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  <p:sldId id="263" r:id="rId8"/>
    <p:sldId id="262" r:id="rId9"/>
    <p:sldId id="264" r:id="rId10"/>
    <p:sldId id="273" r:id="rId11"/>
    <p:sldId id="265" r:id="rId12"/>
    <p:sldId id="274" r:id="rId13"/>
    <p:sldId id="275" r:id="rId14"/>
    <p:sldId id="276" r:id="rId15"/>
    <p:sldId id="266" r:id="rId16"/>
    <p:sldId id="267" r:id="rId17"/>
    <p:sldId id="277" r:id="rId18"/>
    <p:sldId id="272" r:id="rId19"/>
    <p:sldId id="278" r:id="rId20"/>
    <p:sldId id="279" r:id="rId21"/>
    <p:sldId id="268" r:id="rId22"/>
    <p:sldId id="269" r:id="rId23"/>
    <p:sldId id="270" r:id="rId24"/>
    <p:sldId id="271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73B2"/>
    <a:srgbClr val="DE8F05"/>
    <a:srgbClr val="061A33"/>
    <a:srgbClr val="1F83FF"/>
    <a:srgbClr val="D2E6FF"/>
    <a:srgbClr val="029E73"/>
    <a:srgbClr val="ECBF71"/>
    <a:srgbClr val="E5A83D"/>
    <a:srgbClr val="E0940F"/>
    <a:srgbClr val="6FAF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75" d="100"/>
          <a:sy n="75" d="100"/>
        </p:scale>
        <p:origin x="90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E6957-92B9-2836-5F44-985AA6679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A2D996-EA16-ACB6-3AA3-CA57208DDE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49B88-A894-0D55-6D8C-7CF6AC787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5214B-1328-6B72-4D58-5181C8FE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C2BF6D-BC14-C9F4-1259-2D7F3AB84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0571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793B5-EE8E-2350-CAA2-856BB88BD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748E4-5D28-78A6-1A42-6E9BB5EFC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06983-92E1-0BA9-CA63-AE1636285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85433-E801-DEE3-3171-ACECF009F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06F87-019A-2EA2-1A2C-0D59750BC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6252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1CC40-2072-166D-93F0-DFBF9849C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AC42B-A161-3FEB-540F-D91F0CEA9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31CBD6-7233-9BF2-D6D5-F1DB1317F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A003C-1E1C-20D5-A31B-678C7E9CD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6A0CF-0D3E-A366-6B97-9298DB916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99958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9561D-95B7-FD97-565B-8DBCAC86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6623E-C1BA-2069-346C-FEC7568E3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89D96-9A6E-477E-34C2-3F553B30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40CE8-D54B-DDF9-9F85-57FCCEAC5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558C75-98EB-9EAF-5A3B-FB8B75CF0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301BD-CB26-AB13-1A8F-C6799D717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0386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87B9-09F1-9EAD-1B5A-E527FA89D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0D534-39DF-A433-326C-22DD0453E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DDEA4-EF5A-E2F7-4A98-59B7DB26C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AE89D0-9E18-A6E1-7D50-A489B6BAA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104EA-FCE6-BFD9-71AE-F11289B6D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678A-FA84-AC40-BD4F-EADA975D5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593989-D476-B4E6-9537-56B24A938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1A704F-7A9D-C42E-3121-D036ABB41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32907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DEDA6-6260-38A2-1858-DF5D604D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3FA1DE-E759-F5C7-0129-B91D05D0D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1352BD-627A-A287-4B94-F6788C123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42BD35-F755-F42F-89E0-B60EC5E1D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41899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49C948-010E-9B2E-D56F-302FEF020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851FC-BE99-669A-74F4-A64ADBB7F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084DF-1ED3-24E9-C31F-B922AF2F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18058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59E42-FD01-CED1-00B6-E1BC378CD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39E38-413A-4387-1879-3ADA317F1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DF04BD-F360-C35E-F0ED-4198FF2AAA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AC2A5-379D-7BD7-D075-30B204B9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FE7B9-6E1A-42F2-E9AC-C7E09D60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E9A16C-0B63-9D40-2ED0-F08555E8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14590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63031-F810-E892-7FB7-A4E8A45C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BF91E-3F1C-90EA-D1BE-9416CE2515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72BE71-3A9D-C392-832B-2CC402566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C13102-C8FC-F64F-87CE-2D91A41AE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E992C8-EA5B-13A3-3696-49333A4E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3D1C4-953E-74ED-D4AE-C88F88690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03791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22489-B502-B7EB-AEB9-9180C22AD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928290-D2B2-F576-08C6-599054F29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52B69-5E4B-9B2E-A79B-31A0D4BEA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2AB0A-2F56-82DB-2C61-7C4CD8183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4CB72-FD23-F398-C881-1B8D5A6AA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5936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85DA41-2C42-E829-2B85-2603C1A5D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882C08-5E03-688A-8AD4-5701A209C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1DCDB-A419-02C9-DEBA-075E4FC9A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E1B1F-A225-6610-0DCC-8A3EA6E69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BFD3E-CA26-BF61-BAF8-6B83FA656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59040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677DEE-4E95-9088-B71E-576EBF99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2ED19-49E8-B956-FC37-6C908A971D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A3202-8035-602C-D558-12B360704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E9F5A1-C99C-41F9-B991-61D99245B2FF}" type="datetimeFigureOut">
              <a:rPr lang="en-PH" smtClean="0"/>
              <a:t>05/30/2025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CF207-0124-036F-1A02-1A484BE83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051C3-00A5-EEC2-DABA-4E1F80E49E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6469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1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10" Type="http://schemas.openxmlformats.org/officeDocument/2006/relationships/image" Target="../media/image28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38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6.png"/><Relationship Id="rId2" Type="http://schemas.openxmlformats.org/officeDocument/2006/relationships/image" Target="../media/image37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4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Relationship Id="rId1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9.png"/><Relationship Id="rId3" Type="http://schemas.openxmlformats.org/officeDocument/2006/relationships/image" Target="../media/image38.png"/><Relationship Id="rId7" Type="http://schemas.openxmlformats.org/officeDocument/2006/relationships/image" Target="../media/image44.png"/><Relationship Id="rId12" Type="http://schemas.openxmlformats.org/officeDocument/2006/relationships/image" Target="../media/image58.png"/><Relationship Id="rId2" Type="http://schemas.openxmlformats.org/officeDocument/2006/relationships/image" Target="../media/image37.png"/><Relationship Id="rId16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63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Relationship Id="rId14" Type="http://schemas.openxmlformats.org/officeDocument/2006/relationships/image" Target="../media/image6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20.png"/><Relationship Id="rId4" Type="http://schemas.openxmlformats.org/officeDocument/2006/relationships/image" Target="../media/image59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60.png"/><Relationship Id="rId4" Type="http://schemas.openxmlformats.org/officeDocument/2006/relationships/image" Target="../media/image6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5D98354-572F-FA04-CDD8-7616604BBC6E}"/>
              </a:ext>
            </a:extLst>
          </p:cNvPr>
          <p:cNvGrpSpPr/>
          <p:nvPr/>
        </p:nvGrpSpPr>
        <p:grpSpPr>
          <a:xfrm>
            <a:off x="516218" y="792956"/>
            <a:ext cx="11266297" cy="5272088"/>
            <a:chOff x="342901" y="792956"/>
            <a:chExt cx="11266297" cy="5272088"/>
          </a:xfrm>
        </p:grpSpPr>
        <p:pic>
          <p:nvPicPr>
            <p:cNvPr id="5" name="Picture 4" descr="A graph of different colored lines&#10;&#10;Description automatically generated">
              <a:extLst>
                <a:ext uri="{FF2B5EF4-FFF2-40B4-BE49-F238E27FC236}">
                  <a16:creationId xmlns:a16="http://schemas.microsoft.com/office/drawing/2014/main" id="{D64AE3DB-ECEF-4724-9A37-044DD8713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31916"/>
            <a:stretch/>
          </p:blipFill>
          <p:spPr>
            <a:xfrm>
              <a:off x="342901" y="792956"/>
              <a:ext cx="5384077" cy="5272088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2419A7-F072-6FD0-2023-32ECCC114395}"/>
                </a:ext>
              </a:extLst>
            </p:cNvPr>
            <p:cNvSpPr txBox="1"/>
            <p:nvPr/>
          </p:nvSpPr>
          <p:spPr>
            <a:xfrm>
              <a:off x="1459744" y="1533857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T(0.1)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AAECC0E-6A56-7F32-884C-DF2E554842BB}"/>
                </a:ext>
              </a:extLst>
            </p:cNvPr>
            <p:cNvSpPr txBox="1"/>
            <p:nvPr/>
          </p:nvSpPr>
          <p:spPr>
            <a:xfrm>
              <a:off x="1617872" y="2558681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I(0.1)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88C5E7-D025-335B-0A96-89E083735A1A}"/>
                </a:ext>
              </a:extLst>
            </p:cNvPr>
            <p:cNvSpPr txBox="1"/>
            <p:nvPr/>
          </p:nvSpPr>
          <p:spPr>
            <a:xfrm>
              <a:off x="3223931" y="277070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I(0.5)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F31A4E-5EA4-1E11-54C5-ED7D5C8A3B83}"/>
                </a:ext>
              </a:extLst>
            </p:cNvPr>
            <p:cNvSpPr txBox="1"/>
            <p:nvPr/>
          </p:nvSpPr>
          <p:spPr>
            <a:xfrm>
              <a:off x="4992481" y="381342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T(0.5)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B87AC2-B06F-F2FA-C3BE-622CDFB154CA}"/>
                </a:ext>
              </a:extLst>
            </p:cNvPr>
            <p:cNvSpPr txBox="1"/>
            <p:nvPr/>
          </p:nvSpPr>
          <p:spPr>
            <a:xfrm>
              <a:off x="4935486" y="2997598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I(0.9)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ABDCFA-730A-1245-48BF-00B4A0A44C99}"/>
                </a:ext>
              </a:extLst>
            </p:cNvPr>
            <p:cNvSpPr txBox="1"/>
            <p:nvPr/>
          </p:nvSpPr>
          <p:spPr>
            <a:xfrm>
              <a:off x="4783830" y="4692400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T(0.9)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BB9629B-B83D-2956-C950-CEAC485101D8}"/>
                </a:ext>
              </a:extLst>
            </p:cNvPr>
            <p:cNvGrpSpPr/>
            <p:nvPr/>
          </p:nvGrpSpPr>
          <p:grpSpPr>
            <a:xfrm>
              <a:off x="6015663" y="1760139"/>
              <a:ext cx="5593535" cy="3115925"/>
              <a:chOff x="6302534" y="1463184"/>
              <a:chExt cx="5593535" cy="3115925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405261" y="1463184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Inner corner</a:t>
                      </a:r>
                    </a:p>
                    <a:p>
                      <a:r>
                        <a:rPr lang="en-PH" sz="1600" dirty="0"/>
                        <a:t>          Traditional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  <p:pic>
            <p:nvPicPr>
              <p:cNvPr id="3" name="Picture 2" descr="A table with numbers and a number in it&#10;&#10;Description automatically generated">
                <a:extLst>
                  <a:ext uri="{FF2B5EF4-FFF2-40B4-BE49-F238E27FC236}">
                    <a16:creationId xmlns:a16="http://schemas.microsoft.com/office/drawing/2014/main" id="{32CDC28B-3560-3B91-6906-5CF65CF4BE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02534" y="2862623"/>
                <a:ext cx="5593535" cy="171648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771841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58F1AD7B-BE9D-07D9-7C73-C0B674476283}"/>
              </a:ext>
            </a:extLst>
          </p:cNvPr>
          <p:cNvGrpSpPr/>
          <p:nvPr/>
        </p:nvGrpSpPr>
        <p:grpSpPr>
          <a:xfrm>
            <a:off x="2211909" y="659847"/>
            <a:ext cx="7534372" cy="5272088"/>
            <a:chOff x="2211909" y="659847"/>
            <a:chExt cx="7534372" cy="527208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5D98354-572F-FA04-CDD8-7616604BBC6E}"/>
                </a:ext>
              </a:extLst>
            </p:cNvPr>
            <p:cNvGrpSpPr/>
            <p:nvPr/>
          </p:nvGrpSpPr>
          <p:grpSpPr>
            <a:xfrm>
              <a:off x="2211909" y="659847"/>
              <a:ext cx="7534372" cy="5272088"/>
              <a:chOff x="342901" y="792956"/>
              <a:chExt cx="7534372" cy="527208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D64AE3DB-ECEF-4724-9A37-044DD8713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" t="-76" r="31189" b="76"/>
              <a:stretch/>
            </p:blipFill>
            <p:spPr>
              <a:xfrm>
                <a:off x="342901" y="792956"/>
                <a:ext cx="5438724" cy="5272088"/>
              </a:xfrm>
              <a:prstGeom prst="rect">
                <a:avLst/>
              </a:prstGeom>
            </p:spPr>
          </p:pic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118390" y="1760139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Traditional</a:t>
                      </a:r>
                    </a:p>
                    <a:p>
                      <a:r>
                        <a:rPr lang="en-PH" sz="1600" dirty="0"/>
                        <a:t>          Peer (IC)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/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/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blipFill>
                  <a:blip r:embed="rId5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/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5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/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46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/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/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blipFill>
                  <a:blip r:embed="rId9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3818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A9068F-CA68-51F8-6FFD-463982A25DA3}"/>
              </a:ext>
            </a:extLst>
          </p:cNvPr>
          <p:cNvSpPr/>
          <p:nvPr/>
        </p:nvSpPr>
        <p:spPr>
          <a:xfrm>
            <a:off x="575733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5F81CC-2722-0ED8-303D-42480B408F13}"/>
              </a:ext>
            </a:extLst>
          </p:cNvPr>
          <p:cNvSpPr/>
          <p:nvPr/>
        </p:nvSpPr>
        <p:spPr>
          <a:xfrm>
            <a:off x="4376810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B1F4B4-B261-F312-35CC-AC5B0D2C4CA9}"/>
              </a:ext>
            </a:extLst>
          </p:cNvPr>
          <p:cNvSpPr/>
          <p:nvPr/>
        </p:nvSpPr>
        <p:spPr>
          <a:xfrm>
            <a:off x="8177888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FF252F-EB0A-3EA2-1C69-1E4DDD4AAFB3}"/>
              </a:ext>
            </a:extLst>
          </p:cNvPr>
          <p:cNvSpPr/>
          <p:nvPr/>
        </p:nvSpPr>
        <p:spPr>
          <a:xfrm>
            <a:off x="1475733" y="2907810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C2E593-A8A6-B49D-CDFF-8CE755D82B6C}"/>
              </a:ext>
            </a:extLst>
          </p:cNvPr>
          <p:cNvSpPr/>
          <p:nvPr/>
        </p:nvSpPr>
        <p:spPr>
          <a:xfrm>
            <a:off x="3107345" y="4535524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ADE819C-1FF7-A7B0-6D98-8CB3420B2E52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75733" y="2007810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5D86978-D59C-834A-2001-79B1022E8736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1619461" y="3054865"/>
            <a:ext cx="756271" cy="752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43654D-F6B9-2C34-4008-24B66741FEC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2375732" y="3807809"/>
            <a:ext cx="756273" cy="752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C0406D-0B73-29A8-0603-3EC74A070FBC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3251073" y="4682579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9B59187-5EA0-78F3-6996-B5858FCDAF62}"/>
              </a:ext>
            </a:extLst>
          </p:cNvPr>
          <p:cNvGrpSpPr/>
          <p:nvPr/>
        </p:nvGrpSpPr>
        <p:grpSpPr>
          <a:xfrm rot="16200000">
            <a:off x="558892" y="2010270"/>
            <a:ext cx="3600000" cy="3600000"/>
            <a:chOff x="728133" y="2160210"/>
            <a:chExt cx="3600000" cy="36000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7176AD-AE63-C7DD-60BB-5CD6662C3971}"/>
                </a:ext>
              </a:extLst>
            </p:cNvPr>
            <p:cNvSpPr/>
            <p:nvPr/>
          </p:nvSpPr>
          <p:spPr>
            <a:xfrm>
              <a:off x="1628133" y="30602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8603B28-DBCF-431F-969E-2B909D7E1391}"/>
                </a:ext>
              </a:extLst>
            </p:cNvPr>
            <p:cNvSpPr/>
            <p:nvPr/>
          </p:nvSpPr>
          <p:spPr>
            <a:xfrm>
              <a:off x="3259745" y="46879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1FD65D-9448-6B8F-07BF-C1981CD986F0}"/>
                </a:ext>
              </a:extLst>
            </p:cNvPr>
            <p:cNvCxnSpPr>
              <a:cxnSpLocks/>
              <a:stCxn id="12" idx="1"/>
            </p:cNvCxnSpPr>
            <p:nvPr/>
          </p:nvCxnSpPr>
          <p:spPr>
            <a:xfrm flipH="1" flipV="1">
              <a:off x="728133" y="2160210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9D4461A-FD0B-61BE-565B-E5EC027AE3A8}"/>
                </a:ext>
              </a:extLst>
            </p:cNvPr>
            <p:cNvCxnSpPr>
              <a:cxnSpLocks/>
              <a:stCxn id="12" idx="5"/>
            </p:cNvCxnSpPr>
            <p:nvPr/>
          </p:nvCxnSpPr>
          <p:spPr>
            <a:xfrm>
              <a:off x="1771861" y="3207265"/>
              <a:ext cx="756271" cy="7529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43816CF-49F8-5532-FC25-AA5E7B18216B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8132" y="3960209"/>
              <a:ext cx="756273" cy="7529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85EC25-59C5-8553-FA7D-87057E562D7E}"/>
                </a:ext>
              </a:extLst>
            </p:cNvPr>
            <p:cNvCxnSpPr>
              <a:cxnSpLocks/>
              <a:stCxn id="13" idx="5"/>
            </p:cNvCxnSpPr>
            <p:nvPr/>
          </p:nvCxnSpPr>
          <p:spPr>
            <a:xfrm>
              <a:off x="3403473" y="4834979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565EF036-2AD5-C40A-8A88-1776DA4F9076}"/>
              </a:ext>
            </a:extLst>
          </p:cNvPr>
          <p:cNvSpPr/>
          <p:nvPr/>
        </p:nvSpPr>
        <p:spPr>
          <a:xfrm>
            <a:off x="5916000" y="3627809"/>
            <a:ext cx="360000" cy="36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0DD4B1-6E57-954F-8C64-F2B33F56A92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376810" y="2007810"/>
            <a:ext cx="1591911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3A16F7-87F9-D227-4F0C-C175CE1F8E9F}"/>
              </a:ext>
            </a:extLst>
          </p:cNvPr>
          <p:cNvCxnSpPr>
            <a:stCxn id="19" idx="7"/>
          </p:cNvCxnSpPr>
          <p:nvPr/>
        </p:nvCxnSpPr>
        <p:spPr>
          <a:xfrm flipV="1">
            <a:off x="6223279" y="2007810"/>
            <a:ext cx="1719809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DD580E-C8B6-C372-9A01-8CD49FB945CE}"/>
              </a:ext>
            </a:extLst>
          </p:cNvPr>
          <p:cNvCxnSpPr>
            <a:stCxn id="19" idx="3"/>
          </p:cNvCxnSpPr>
          <p:nvPr/>
        </p:nvCxnSpPr>
        <p:spPr>
          <a:xfrm flipH="1">
            <a:off x="4413504" y="3935088"/>
            <a:ext cx="1555217" cy="164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FF0F42-CFFF-BB0B-2BCA-EF6A6ED3788D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6223279" y="3935088"/>
            <a:ext cx="1727171" cy="1652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DB945A88-3D67-D254-0D8F-61DE87F8FFE5}"/>
              </a:ext>
            </a:extLst>
          </p:cNvPr>
          <p:cNvSpPr/>
          <p:nvPr/>
        </p:nvSpPr>
        <p:spPr>
          <a:xfrm>
            <a:off x="8087887" y="19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72DAEA7-AB5C-66B2-15CE-7333D9AAEB51}"/>
              </a:ext>
            </a:extLst>
          </p:cNvPr>
          <p:cNvSpPr/>
          <p:nvPr/>
        </p:nvSpPr>
        <p:spPr>
          <a:xfrm>
            <a:off x="8087887" y="5497899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1C16AAE-B7B7-9E61-4CA3-CFEF3A41AFF3}"/>
              </a:ext>
            </a:extLst>
          </p:cNvPr>
          <p:cNvSpPr/>
          <p:nvPr/>
        </p:nvSpPr>
        <p:spPr>
          <a:xfrm>
            <a:off x="11682604" y="55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BEDD6C5-FC60-8672-F243-C44B9C038E8F}"/>
              </a:ext>
            </a:extLst>
          </p:cNvPr>
          <p:cNvSpPr/>
          <p:nvPr/>
        </p:nvSpPr>
        <p:spPr>
          <a:xfrm>
            <a:off x="11682604" y="192543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06591B7-F67E-5AEB-CE05-BCF816178908}"/>
              </a:ext>
            </a:extLst>
          </p:cNvPr>
          <p:cNvCxnSpPr>
            <a:cxnSpLocks/>
            <a:stCxn id="25" idx="5"/>
          </p:cNvCxnSpPr>
          <p:nvPr/>
        </p:nvCxnSpPr>
        <p:spPr>
          <a:xfrm>
            <a:off x="8241527" y="2071450"/>
            <a:ext cx="1736361" cy="1736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9E4B417-9D3D-274F-DA60-D68A773197AC}"/>
              </a:ext>
            </a:extLst>
          </p:cNvPr>
          <p:cNvCxnSpPr>
            <a:stCxn id="26" idx="7"/>
          </p:cNvCxnSpPr>
          <p:nvPr/>
        </p:nvCxnSpPr>
        <p:spPr>
          <a:xfrm flipV="1">
            <a:off x="8241527" y="3794631"/>
            <a:ext cx="1731075" cy="1729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BD96F9A-058E-1362-6345-D25652237610}"/>
              </a:ext>
            </a:extLst>
          </p:cNvPr>
          <p:cNvCxnSpPr>
            <a:cxnSpLocks/>
            <a:stCxn id="28" idx="3"/>
          </p:cNvCxnSpPr>
          <p:nvPr/>
        </p:nvCxnSpPr>
        <p:spPr>
          <a:xfrm flipH="1">
            <a:off x="9983174" y="2079070"/>
            <a:ext cx="1725790" cy="1728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E334835-E3F1-0EA9-D6CC-D73BC5B62186}"/>
              </a:ext>
            </a:extLst>
          </p:cNvPr>
          <p:cNvCxnSpPr>
            <a:stCxn id="27" idx="1"/>
          </p:cNvCxnSpPr>
          <p:nvPr/>
        </p:nvCxnSpPr>
        <p:spPr>
          <a:xfrm flipH="1" flipV="1">
            <a:off x="9972602" y="3794631"/>
            <a:ext cx="1736362" cy="17495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A6F537-8A84-BD14-80B3-C93C5F3BB147}"/>
              </a:ext>
            </a:extLst>
          </p:cNvPr>
          <p:cNvSpPr txBox="1"/>
          <p:nvPr/>
        </p:nvSpPr>
        <p:spPr>
          <a:xfrm>
            <a:off x="558892" y="1458469"/>
            <a:ext cx="3616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Inner corner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374645-87A3-4FAA-446A-5702AEDAF4BC}"/>
              </a:ext>
            </a:extLst>
          </p:cNvPr>
          <p:cNvSpPr txBox="1"/>
          <p:nvPr/>
        </p:nvSpPr>
        <p:spPr>
          <a:xfrm>
            <a:off x="4376810" y="1458469"/>
            <a:ext cx="3566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Center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87BC27-5805-86B2-548B-CE0A237F7E57}"/>
              </a:ext>
            </a:extLst>
          </p:cNvPr>
          <p:cNvSpPr txBox="1"/>
          <p:nvPr/>
        </p:nvSpPr>
        <p:spPr>
          <a:xfrm>
            <a:off x="8217636" y="1458469"/>
            <a:ext cx="36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Outer corner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/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/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/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2023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24ABE80-B688-EAFB-2E1A-25206AB8EFBA}"/>
              </a:ext>
            </a:extLst>
          </p:cNvPr>
          <p:cNvGrpSpPr/>
          <p:nvPr/>
        </p:nvGrpSpPr>
        <p:grpSpPr>
          <a:xfrm>
            <a:off x="1724392" y="48425"/>
            <a:ext cx="2833282" cy="3250419"/>
            <a:chOff x="558891" y="1458469"/>
            <a:chExt cx="3616842" cy="414934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1A9068F-CA68-51F8-6FFD-463982A25DA3}"/>
                </a:ext>
              </a:extLst>
            </p:cNvPr>
            <p:cNvSpPr/>
            <p:nvPr/>
          </p:nvSpPr>
          <p:spPr>
            <a:xfrm>
              <a:off x="575733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FF252F-EB0A-3EA2-1C69-1E4DDD4AAFB3}"/>
                </a:ext>
              </a:extLst>
            </p:cNvPr>
            <p:cNvSpPr/>
            <p:nvPr/>
          </p:nvSpPr>
          <p:spPr>
            <a:xfrm>
              <a:off x="1475733" y="29078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C2E593-A8A6-B49D-CDFF-8CE755D82B6C}"/>
                </a:ext>
              </a:extLst>
            </p:cNvPr>
            <p:cNvSpPr/>
            <p:nvPr/>
          </p:nvSpPr>
          <p:spPr>
            <a:xfrm>
              <a:off x="3107345" y="45355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9B59187-5EA0-78F3-6996-B5858FCDAF62}"/>
                </a:ext>
              </a:extLst>
            </p:cNvPr>
            <p:cNvGrpSpPr/>
            <p:nvPr/>
          </p:nvGrpSpPr>
          <p:grpSpPr>
            <a:xfrm rot="16200000">
              <a:off x="1458892" y="2910270"/>
              <a:ext cx="1800000" cy="1800000"/>
              <a:chOff x="1628133" y="3060210"/>
              <a:chExt cx="1800000" cy="18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87176AD-AE63-C7DD-60BB-5CD6662C3971}"/>
                  </a:ext>
                </a:extLst>
              </p:cNvPr>
              <p:cNvSpPr/>
              <p:nvPr/>
            </p:nvSpPr>
            <p:spPr>
              <a:xfrm>
                <a:off x="1628133" y="3060210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8603B28-DBCF-431F-969E-2B909D7E1391}"/>
                  </a:ext>
                </a:extLst>
              </p:cNvPr>
              <p:cNvSpPr/>
              <p:nvPr/>
            </p:nvSpPr>
            <p:spPr>
              <a:xfrm>
                <a:off x="3259745" y="4687924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1A6F537-8A84-BD14-80B3-C93C5F3BB147}"/>
                </a:ext>
              </a:extLst>
            </p:cNvPr>
            <p:cNvSpPr txBox="1"/>
            <p:nvPr/>
          </p:nvSpPr>
          <p:spPr>
            <a:xfrm>
              <a:off x="558891" y="1458469"/>
              <a:ext cx="3616841" cy="523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Inner corner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F8876-AC69-661B-5DCD-2307B4069371}"/>
              </a:ext>
            </a:extLst>
          </p:cNvPr>
          <p:cNvGrpSpPr/>
          <p:nvPr/>
        </p:nvGrpSpPr>
        <p:grpSpPr>
          <a:xfrm>
            <a:off x="4801016" y="48425"/>
            <a:ext cx="2820088" cy="3250419"/>
            <a:chOff x="4376810" y="1458469"/>
            <a:chExt cx="3600000" cy="414934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A5F81CC-2722-0ED8-303D-42480B408F13}"/>
                </a:ext>
              </a:extLst>
            </p:cNvPr>
            <p:cNvSpPr/>
            <p:nvPr/>
          </p:nvSpPr>
          <p:spPr>
            <a:xfrm>
              <a:off x="4376810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65EF036-2AD5-C40A-8A88-1776DA4F9076}"/>
                </a:ext>
              </a:extLst>
            </p:cNvPr>
            <p:cNvSpPr/>
            <p:nvPr/>
          </p:nvSpPr>
          <p:spPr>
            <a:xfrm>
              <a:off x="5916000" y="3627809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8374645-87A3-4FAA-446A-5702AEDAF4BC}"/>
                </a:ext>
              </a:extLst>
            </p:cNvPr>
            <p:cNvSpPr txBox="1"/>
            <p:nvPr/>
          </p:nvSpPr>
          <p:spPr>
            <a:xfrm>
              <a:off x="4376810" y="1458469"/>
              <a:ext cx="35662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Center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A6BB1C2-FE82-FA47-FE33-2EFADA54B747}"/>
              </a:ext>
            </a:extLst>
          </p:cNvPr>
          <p:cNvGrpSpPr/>
          <p:nvPr/>
        </p:nvGrpSpPr>
        <p:grpSpPr>
          <a:xfrm>
            <a:off x="1662555" y="3297717"/>
            <a:ext cx="2956954" cy="3320921"/>
            <a:chOff x="8087887" y="1458469"/>
            <a:chExt cx="3774717" cy="423934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1B1F4B4-B261-F312-35CC-AC5B0D2C4CA9}"/>
                </a:ext>
              </a:extLst>
            </p:cNvPr>
            <p:cNvSpPr/>
            <p:nvPr/>
          </p:nvSpPr>
          <p:spPr>
            <a:xfrm>
              <a:off x="8177888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B945A88-3D67-D254-0D8F-61DE87F8FFE5}"/>
                </a:ext>
              </a:extLst>
            </p:cNvPr>
            <p:cNvSpPr/>
            <p:nvPr/>
          </p:nvSpPr>
          <p:spPr>
            <a:xfrm>
              <a:off x="8087887" y="19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72DAEA7-AB5C-66B2-15CE-7333D9AAEB51}"/>
                </a:ext>
              </a:extLst>
            </p:cNvPr>
            <p:cNvSpPr/>
            <p:nvPr/>
          </p:nvSpPr>
          <p:spPr>
            <a:xfrm>
              <a:off x="8087887" y="5497899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1C16AAE-B7B7-9E61-4CA3-CFEF3A41AFF3}"/>
                </a:ext>
              </a:extLst>
            </p:cNvPr>
            <p:cNvSpPr/>
            <p:nvPr/>
          </p:nvSpPr>
          <p:spPr>
            <a:xfrm>
              <a:off x="11682604" y="55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BEDD6C5-FC60-8672-F243-C44B9C038E8F}"/>
                </a:ext>
              </a:extLst>
            </p:cNvPr>
            <p:cNvSpPr/>
            <p:nvPr/>
          </p:nvSpPr>
          <p:spPr>
            <a:xfrm>
              <a:off x="11682604" y="192543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87BC27-5805-86B2-548B-CE0A237F7E57}"/>
                </a:ext>
              </a:extLst>
            </p:cNvPr>
            <p:cNvSpPr txBox="1"/>
            <p:nvPr/>
          </p:nvSpPr>
          <p:spPr>
            <a:xfrm>
              <a:off x="8217636" y="1458469"/>
              <a:ext cx="36000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Outer corner</a:t>
              </a:r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5F70AB6-97EC-C46A-AA15-4E2B3FA22565}"/>
              </a:ext>
            </a:extLst>
          </p:cNvPr>
          <p:cNvSpPr/>
          <p:nvPr/>
        </p:nvSpPr>
        <p:spPr>
          <a:xfrm>
            <a:off x="4803086" y="3711159"/>
            <a:ext cx="2820088" cy="282008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F2F056E-6BCE-7C83-88BF-8FAC35381A96}"/>
              </a:ext>
            </a:extLst>
          </p:cNvPr>
          <p:cNvSpPr/>
          <p:nvPr/>
        </p:nvSpPr>
        <p:spPr>
          <a:xfrm>
            <a:off x="6740453" y="41638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6E2EDE4-04E9-D535-EB57-B671EF097EAC}"/>
              </a:ext>
            </a:extLst>
          </p:cNvPr>
          <p:cNvSpPr/>
          <p:nvPr/>
        </p:nvSpPr>
        <p:spPr>
          <a:xfrm>
            <a:off x="5658413" y="53516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6789DF2-9CF2-DA27-28A2-21CB43988979}"/>
              </a:ext>
            </a:extLst>
          </p:cNvPr>
          <p:cNvSpPr/>
          <p:nvPr/>
        </p:nvSpPr>
        <p:spPr>
          <a:xfrm>
            <a:off x="7178963" y="6133085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2DB6914-E998-743F-5D8A-17D59D7D08CB}"/>
              </a:ext>
            </a:extLst>
          </p:cNvPr>
          <p:cNvSpPr/>
          <p:nvPr/>
        </p:nvSpPr>
        <p:spPr>
          <a:xfrm>
            <a:off x="5461056" y="4898064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ACC8E5-16C4-8C73-33B3-7841DF17B273}"/>
              </a:ext>
            </a:extLst>
          </p:cNvPr>
          <p:cNvSpPr txBox="1"/>
          <p:nvPr/>
        </p:nvSpPr>
        <p:spPr>
          <a:xfrm>
            <a:off x="4834223" y="3280828"/>
            <a:ext cx="2820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2626063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/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PH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  <a:blipFill>
                <a:blip r:embed="rId2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95C1-A424-0C90-8ACB-BF8C658A40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2187517" y="997197"/>
            <a:ext cx="645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/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dirty="0"/>
              </a:p>
            </p:txBody>
          </p:sp>
        </mc:Choice>
        <mc:Fallback xmlns="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/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B1A294B-DA86-A728-9DB5-5510AD4AA7B2}"/>
              </a:ext>
            </a:extLst>
          </p:cNvPr>
          <p:cNvCxnSpPr>
            <a:cxnSpLocks/>
            <a:stCxn id="5" idx="3"/>
            <a:endCxn id="38" idx="1"/>
          </p:cNvCxnSpPr>
          <p:nvPr/>
        </p:nvCxnSpPr>
        <p:spPr>
          <a:xfrm>
            <a:off x="5293652" y="997197"/>
            <a:ext cx="5657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/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E84267-0681-6162-4F68-1D0A38A2C28D}"/>
              </a:ext>
            </a:extLst>
          </p:cNvPr>
          <p:cNvCxnSpPr>
            <a:stCxn id="13" idx="2"/>
            <a:endCxn id="20" idx="0"/>
          </p:cNvCxnSpPr>
          <p:nvPr/>
        </p:nvCxnSpPr>
        <p:spPr>
          <a:xfrm>
            <a:off x="10854728" y="1628794"/>
            <a:ext cx="0" cy="718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/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dirty="0"/>
                  <a:t> is a random number</a:t>
                </a:r>
              </a:p>
            </p:txBody>
          </p:sp>
        </mc:Choice>
        <mc:Fallback xmlns="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/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14FC256-E789-995B-5BF9-34D774A477B3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7695542" y="997197"/>
            <a:ext cx="8496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/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/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TextBox 136">
            <a:extLst>
              <a:ext uri="{FF2B5EF4-FFF2-40B4-BE49-F238E27FC236}">
                <a16:creationId xmlns:a16="http://schemas.microsoft.com/office/drawing/2014/main" id="{B680C788-F5F1-1893-E8A5-802427473628}"/>
              </a:ext>
            </a:extLst>
          </p:cNvPr>
          <p:cNvSpPr txBox="1"/>
          <p:nvPr/>
        </p:nvSpPr>
        <p:spPr>
          <a:xfrm>
            <a:off x="7750724" y="648985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E877E91-E42B-87FE-0895-ACF7B21A078A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854728" y="3610776"/>
            <a:ext cx="1" cy="3623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786BF1DB-438C-8507-3655-2DD0631437FE}"/>
              </a:ext>
            </a:extLst>
          </p:cNvPr>
          <p:cNvCxnSpPr>
            <a:stCxn id="38" idx="2"/>
            <a:endCxn id="86" idx="0"/>
          </p:cNvCxnSpPr>
          <p:nvPr/>
        </p:nvCxnSpPr>
        <p:spPr>
          <a:xfrm>
            <a:off x="6777457" y="1854285"/>
            <a:ext cx="0" cy="24445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C77E89E-29B7-42F8-9DD6-202EC7ED88B8}"/>
              </a:ext>
            </a:extLst>
          </p:cNvPr>
          <p:cNvCxnSpPr>
            <a:stCxn id="24" idx="1"/>
            <a:endCxn id="86" idx="3"/>
          </p:cNvCxnSpPr>
          <p:nvPr/>
        </p:nvCxnSpPr>
        <p:spPr>
          <a:xfrm flipH="1">
            <a:off x="7966990" y="5049577"/>
            <a:ext cx="178018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10D0CFEA-9F48-67E5-347D-B3AF55A16958}"/>
              </a:ext>
            </a:extLst>
          </p:cNvPr>
          <p:cNvSpPr txBox="1"/>
          <p:nvPr/>
        </p:nvSpPr>
        <p:spPr>
          <a:xfrm>
            <a:off x="6789531" y="1975890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984A3D8-77A6-5493-0982-55B7E9C1B250}"/>
              </a:ext>
            </a:extLst>
          </p:cNvPr>
          <p:cNvSpPr txBox="1"/>
          <p:nvPr/>
        </p:nvSpPr>
        <p:spPr>
          <a:xfrm>
            <a:off x="8555579" y="4666494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cxnSp>
        <p:nvCxnSpPr>
          <p:cNvPr id="171" name="Connector: Elbow 170">
            <a:extLst>
              <a:ext uri="{FF2B5EF4-FFF2-40B4-BE49-F238E27FC236}">
                <a16:creationId xmlns:a16="http://schemas.microsoft.com/office/drawing/2014/main" id="{05019E63-0108-8076-04B0-B71690121EF5}"/>
              </a:ext>
            </a:extLst>
          </p:cNvPr>
          <p:cNvCxnSpPr>
            <a:stCxn id="24" idx="2"/>
            <a:endCxn id="120" idx="2"/>
          </p:cNvCxnSpPr>
          <p:nvPr/>
        </p:nvCxnSpPr>
        <p:spPr>
          <a:xfrm rot="5400000" flipH="1">
            <a:off x="6471943" y="1743215"/>
            <a:ext cx="325719" cy="8439853"/>
          </a:xfrm>
          <a:prstGeom prst="bentConnector3">
            <a:avLst>
              <a:gd name="adj1" fmla="val -7018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7E001484-C3C3-0BB3-FEC5-4A6A5C69B4EF}"/>
              </a:ext>
            </a:extLst>
          </p:cNvPr>
          <p:cNvCxnSpPr>
            <a:stCxn id="120" idx="3"/>
            <a:endCxn id="5" idx="2"/>
          </p:cNvCxnSpPr>
          <p:nvPr/>
        </p:nvCxnSpPr>
        <p:spPr>
          <a:xfrm flipV="1">
            <a:off x="3604409" y="1628793"/>
            <a:ext cx="459043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5AA42131-6C57-0E02-1E77-A145D6DBE009}"/>
              </a:ext>
            </a:extLst>
          </p:cNvPr>
          <p:cNvCxnSpPr>
            <a:stCxn id="86" idx="1"/>
            <a:endCxn id="5" idx="2"/>
          </p:cNvCxnSpPr>
          <p:nvPr/>
        </p:nvCxnSpPr>
        <p:spPr>
          <a:xfrm rot="10800000">
            <a:off x="4063453" y="1628794"/>
            <a:ext cx="1524471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B2452D41-C96D-9ABF-2B2B-8590DB7B214F}"/>
              </a:ext>
            </a:extLst>
          </p:cNvPr>
          <p:cNvSpPr txBox="1"/>
          <p:nvPr/>
        </p:nvSpPr>
        <p:spPr>
          <a:xfrm>
            <a:off x="8527709" y="5964608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864873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D83043C7-BE43-0268-E40F-710BEC7D937C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540EDCD-E6F0-C0A3-0197-A452C3856ACA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144F061-3228-9844-D117-2FC04FA7C7F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243140-92FA-3CD5-640F-33FFE5419580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75EE101-9C75-12B8-1339-8DE27673242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ECA156-415D-A5C3-8A4B-61B6E8AACCB7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7F5A12-D96A-46A1-0F23-F3499D8BBDB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ECA151C-3C0A-E0E5-E4DE-BCE52EBB87A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CD6515-C4FF-9602-388B-620CC48AB848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6BCD61-65D8-36FE-DFA4-CAC4EB3C78FA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B7F4C2E-40B3-2D6A-CEA7-8967EDAABBB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920E5E4-27F9-2FA8-0A97-7B355D0E9491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BBFEDD9-E832-6040-DA7B-7BB80EC2400B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E1B7AC5-EAE6-34D0-3EC2-6CC771628140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7E66C917-1E73-50BB-281D-F295D590FE8B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A9767CF-49D3-38FC-A975-8268E4C51343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59D2A8-682E-1295-3FA4-CAE6F2796ACA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764614-C806-E62C-BDB4-8C5C01E3EF6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51BF7976-E1E1-3B27-CAC8-5B0C7DF079D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0CD7154-804E-19DF-1EDA-D0C679529EE7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D033670-A059-6561-B635-2588B7C358BE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A49EAA1-2E22-2FC8-EF9F-53B446343826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EFDA8B-27A2-0B74-0784-1C0A3F504A2A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E51C939-6BEC-5EEF-AE08-FCB0FDC23457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E379C69-A9A3-F2D1-5F3B-626F8E617CBD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231E2F8-7407-A512-561B-FC92A702B733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F5085BC6-8284-0F14-B242-AAB4B4F2F6D1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3168013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F081-6018-AEFD-51B9-0FFE3354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6764DFD1-9A17-0D72-CE16-83DBC8F2FB78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8E88806-40EC-4812-ECD4-4F4B33232091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81D886A-2418-C11C-C792-B023F264C68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7CE89C-7769-4B4A-8693-94A10153DC89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417782A-8516-DADC-359B-7BD2E2EB416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649764-06BA-293C-E408-9CDF596936E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D8B071-FF3E-DAE8-B66F-1FC6FDD01685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49C09E-0E6B-0A28-A168-6CD9008AFC7D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A5B2EB9-22E9-35B7-31D9-4055D43EDC5E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8CB58F-1A4B-D28D-0A66-12F94290F3BD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8AED5B3-9A8A-59C6-7BBB-DEA0C47E9EA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0DD4B5-E800-399E-DCFA-A5C269F0EEC2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63D097E-701B-BA78-FF78-7B15DEA2BDC1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25A8B2-A2B8-5596-A523-13431F4A0046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DE21BB8B-9476-D517-5651-9B6FB72BC50F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28E2522-BE11-2350-6C50-D98F8474DAE9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8FAEB32-145B-58DF-F602-F549CF3D3FCD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FC339D-CA26-6931-3602-E42F8E1A7A8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1C182E96-B40B-9825-D08A-BD264631FBB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E86FFD-4E63-4442-4D73-CBC83972E14A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8FBA621-267B-1C08-FFFF-4799BB236CB5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F95A007-DFF0-213D-B950-51F45FE0C095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C61A45-7C92-99B7-F4E2-5A7D0C84C926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710FF80-0572-A61A-96FD-0EAA0922B5C1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0C49729-275F-F229-57B3-40EACE11203C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DAAEF1F-138A-C383-6845-9C61AB15161B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2FB7560-08BE-80AE-69FA-FFAEA6FBFC65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298156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32322-544A-50F3-7F79-5360E4466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3E69841-B849-EDB8-75C6-69E6CA429E7E}"/>
              </a:ext>
            </a:extLst>
          </p:cNvPr>
          <p:cNvSpPr/>
          <p:nvPr/>
        </p:nvSpPr>
        <p:spPr>
          <a:xfrm>
            <a:off x="662696" y="-335602"/>
            <a:ext cx="13285316" cy="7778547"/>
          </a:xfrm>
          <a:prstGeom prst="rect">
            <a:avLst/>
          </a:prstGeom>
          <a:solidFill>
            <a:srgbClr val="0173B2">
              <a:alpha val="10196"/>
            </a:srgb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/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blipFill>
                <a:blip r:embed="rId2"/>
                <a:stretch>
                  <a:fillRect b="-867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D3A25CB-E9C3-0D5E-831C-8F9A55C91084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2291976" y="1013252"/>
            <a:ext cx="5131924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69E3BCD-664E-453A-7592-F9EBF3EBB04B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/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4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blipFill>
                <a:blip r:embed="rId4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CF605-747F-B1AB-D665-2DD53B559D37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 flipV="1">
            <a:off x="7702238" y="1012732"/>
            <a:ext cx="1072516" cy="5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/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blipFill>
                <a:blip r:embed="rId6"/>
                <a:stretch>
                  <a:fillRect l="-1768" t="-3371" r="-5808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/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blipFill>
                <a:blip r:embed="rId7"/>
                <a:stretch>
                  <a:fillRect l="-1515" t="-3371" r="-6061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361B3AF-534C-B239-2BB2-D818BB446CDD}"/>
              </a:ext>
            </a:extLst>
          </p:cNvPr>
          <p:cNvSpPr txBox="1"/>
          <p:nvPr/>
        </p:nvSpPr>
        <p:spPr>
          <a:xfrm>
            <a:off x="7702238" y="578918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C4404E-3D28-E133-5B1C-8B94D59E6EF3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88402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7CAC367-4A3B-2667-CB76-96E949C7FB91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 flipV="1">
            <a:off x="7973686" y="5094043"/>
            <a:ext cx="1656175" cy="2327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A18CCF3-87D0-66CE-E125-E3EE070EDAE3}"/>
              </a:ext>
            </a:extLst>
          </p:cNvPr>
          <p:cNvSpPr txBox="1"/>
          <p:nvPr/>
        </p:nvSpPr>
        <p:spPr>
          <a:xfrm>
            <a:off x="6784152" y="2734304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5C024E-FF83-8373-C5FD-BCDA4D8B55A1}"/>
              </a:ext>
            </a:extLst>
          </p:cNvPr>
          <p:cNvSpPr txBox="1"/>
          <p:nvPr/>
        </p:nvSpPr>
        <p:spPr>
          <a:xfrm>
            <a:off x="8514740" y="4658525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48DD2CB-69BF-0C75-2473-FB59B72740FB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 flipH="1">
            <a:off x="6704469" y="2150823"/>
            <a:ext cx="104868" cy="8670661"/>
          </a:xfrm>
          <a:prstGeom prst="bentConnector3">
            <a:avLst>
              <a:gd name="adj1" fmla="val -21798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FAD7CCF-BF16-D11B-1612-731712B1F3D6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611105" y="4043109"/>
            <a:ext cx="455000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085F728F-D606-2FAD-E545-00C8506F2216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66105" y="4043109"/>
            <a:ext cx="1528514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A782788-EF1E-554C-6F6A-F3B30C24C1BF}"/>
              </a:ext>
            </a:extLst>
          </p:cNvPr>
          <p:cNvSpPr txBox="1"/>
          <p:nvPr/>
        </p:nvSpPr>
        <p:spPr>
          <a:xfrm>
            <a:off x="9502200" y="6353922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/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blipFill>
                <a:blip r:embed="rId8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A6F2134A-6D54-8AF3-6FCC-8639D5F8C9D7}"/>
              </a:ext>
            </a:extLst>
          </p:cNvPr>
          <p:cNvSpPr/>
          <p:nvPr/>
        </p:nvSpPr>
        <p:spPr>
          <a:xfrm>
            <a:off x="-7594886" y="319882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AAE4BA6-C317-5968-21F7-419586D08CD7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66105" y="1644849"/>
            <a:ext cx="4043" cy="3336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E3BEDEE-A4DB-EC6B-9840-5515D4AA507F}"/>
              </a:ext>
            </a:extLst>
          </p:cNvPr>
          <p:cNvSpPr txBox="1"/>
          <p:nvPr/>
        </p:nvSpPr>
        <p:spPr>
          <a:xfrm>
            <a:off x="4076919" y="1608731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18542CC-5EE4-02F8-548C-1CB8EDF92766}"/>
              </a:ext>
            </a:extLst>
          </p:cNvPr>
          <p:cNvSpPr txBox="1"/>
          <p:nvPr/>
        </p:nvSpPr>
        <p:spPr>
          <a:xfrm>
            <a:off x="1317246" y="2580413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7EB3DDE5-8D21-600D-7112-2F71F7064AFA}"/>
              </a:ext>
            </a:extLst>
          </p:cNvPr>
          <p:cNvSpPr/>
          <p:nvPr/>
        </p:nvSpPr>
        <p:spPr>
          <a:xfrm>
            <a:off x="-2732913" y="1929838"/>
            <a:ext cx="3199379" cy="2161948"/>
          </a:xfrm>
          <a:prstGeom prst="flowChartDecision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F4900F8-997C-B56E-4163-4C0576BB5792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466466" y="3010812"/>
            <a:ext cx="24938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34A9CB5-8A1A-CE89-FE73-D986019F7E84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133223" y="1012731"/>
            <a:ext cx="0" cy="9171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F5C4E2C-043C-D73A-6DE3-75660177559E}"/>
              </a:ext>
            </a:extLst>
          </p:cNvPr>
          <p:cNvSpPr txBox="1"/>
          <p:nvPr/>
        </p:nvSpPr>
        <p:spPr>
          <a:xfrm>
            <a:off x="-1126452" y="1337289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DC2B01-1D29-14CF-3E20-8A8788B92529}"/>
              </a:ext>
            </a:extLst>
          </p:cNvPr>
          <p:cNvSpPr txBox="1"/>
          <p:nvPr/>
        </p:nvSpPr>
        <p:spPr>
          <a:xfrm>
            <a:off x="-3845046" y="2498758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252422C-7E3E-62C5-A506-B7F3662B2B7B}"/>
              </a:ext>
            </a:extLst>
          </p:cNvPr>
          <p:cNvSpPr/>
          <p:nvPr/>
        </p:nvSpPr>
        <p:spPr>
          <a:xfrm>
            <a:off x="-6024104" y="2317443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9611411-6B97-DC6D-9975-2A83385EBB42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>
            <a:off x="-4257094" y="3010812"/>
            <a:ext cx="1524181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0942DD6-DD74-03F0-5AB9-A12B978CEE97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827876" y="1013252"/>
            <a:ext cx="44216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DDDFBD0-04CC-D494-B240-79EF07F4935E}"/>
              </a:ext>
            </a:extLst>
          </p:cNvPr>
          <p:cNvSpPr txBox="1"/>
          <p:nvPr/>
        </p:nvSpPr>
        <p:spPr>
          <a:xfrm>
            <a:off x="662696" y="6877281"/>
            <a:ext cx="2379067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/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sz="2000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sz="2000" dirty="0"/>
              </a:p>
            </p:txBody>
          </p:sp>
        </mc:Choice>
        <mc:Fallback xmlns="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/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blipFill>
                <a:blip r:embed="rId10"/>
                <a:stretch>
                  <a:fillRect t="-4695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8619733-DE9F-4C85-23B8-49D35D7C63FD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11084321" y="1644328"/>
            <a:ext cx="0" cy="4346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3516D99-99AC-73B4-D8DB-609B4CA00959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>
          <a:xfrm>
            <a:off x="11084321" y="3342122"/>
            <a:ext cx="7912" cy="35392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565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49E2DA2-BF7D-BCB6-1FA8-22EB3EE99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75358F-434C-A7AB-A82F-938B5FF6CAF8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532B5-628F-C998-D5EF-E29E0A2839C2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7741A2-1752-968F-1A88-0A944C3CC834}"/>
              </a:ext>
            </a:extLst>
          </p:cNvPr>
          <p:cNvSpPr txBox="1"/>
          <p:nvPr/>
        </p:nvSpPr>
        <p:spPr>
          <a:xfrm>
            <a:off x="7685775" y="4855756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77492-1A05-3BFC-E234-E54B21677F74}"/>
              </a:ext>
            </a:extLst>
          </p:cNvPr>
          <p:cNvSpPr txBox="1"/>
          <p:nvPr/>
        </p:nvSpPr>
        <p:spPr>
          <a:xfrm>
            <a:off x="8956279" y="3064782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AB3222-9999-B157-8454-FB50BE36C125}"/>
              </a:ext>
            </a:extLst>
          </p:cNvPr>
          <p:cNvSpPr txBox="1"/>
          <p:nvPr/>
        </p:nvSpPr>
        <p:spPr>
          <a:xfrm>
            <a:off x="9504761" y="122494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65592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99413-B3F8-4441-6F37-12CAA258C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92086F05-5C73-2AF2-2151-142E39624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57F599-614F-A645-52DC-D5E97FFCA3C4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2B980-5E6E-4887-0E15-B76A4FF67A01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F8E3C5-7939-4FA6-D0C0-A54187BC4EB6}"/>
              </a:ext>
            </a:extLst>
          </p:cNvPr>
          <p:cNvSpPr txBox="1"/>
          <p:nvPr/>
        </p:nvSpPr>
        <p:spPr>
          <a:xfrm>
            <a:off x="7809839" y="5209569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4482F-3D65-1115-9F83-2F38FA822CE4}"/>
              </a:ext>
            </a:extLst>
          </p:cNvPr>
          <p:cNvSpPr txBox="1"/>
          <p:nvPr/>
        </p:nvSpPr>
        <p:spPr>
          <a:xfrm>
            <a:off x="8900374" y="3368654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62C56-2B07-99A3-0C0D-377E6BC1773F}"/>
              </a:ext>
            </a:extLst>
          </p:cNvPr>
          <p:cNvSpPr txBox="1"/>
          <p:nvPr/>
        </p:nvSpPr>
        <p:spPr>
          <a:xfrm>
            <a:off x="9565750" y="118818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52063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DC25FC0-CB6D-3312-CAD3-BC6DA9E2CC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766CE1-EC15-DB1F-CAB3-76E1228B7A0E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6AA083-6CD1-E73A-FDA1-3696BF091CE4}"/>
              </a:ext>
            </a:extLst>
          </p:cNvPr>
          <p:cNvSpPr txBox="1"/>
          <p:nvPr/>
        </p:nvSpPr>
        <p:spPr>
          <a:xfrm>
            <a:off x="6819314" y="307948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74F81D-B30F-4C7F-A8CC-B73C569A0A14}"/>
              </a:ext>
            </a:extLst>
          </p:cNvPr>
          <p:cNvSpPr txBox="1"/>
          <p:nvPr/>
        </p:nvSpPr>
        <p:spPr>
          <a:xfrm>
            <a:off x="8114335" y="225791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6606B-8645-83B1-B116-ED57FFBDE65A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1080307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281FA-99AB-372C-F317-FBD6E6AD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E0A607B-E485-EAB9-8C99-9288071412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08CC4EA-4A59-F959-2AAE-069B4D48D8DD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A1C368-22C5-5745-3912-DA751F97BE4F}"/>
              </a:ext>
            </a:extLst>
          </p:cNvPr>
          <p:cNvSpPr txBox="1"/>
          <p:nvPr/>
        </p:nvSpPr>
        <p:spPr>
          <a:xfrm>
            <a:off x="5252429" y="3764136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08FE6B-5ED9-5EE1-B426-3CC9553BC5EB}"/>
              </a:ext>
            </a:extLst>
          </p:cNvPr>
          <p:cNvSpPr txBox="1"/>
          <p:nvPr/>
        </p:nvSpPr>
        <p:spPr>
          <a:xfrm>
            <a:off x="8045410" y="215620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C349A0-2EAA-52EB-AA65-3143EC2521C9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887217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1D98216B-ED8E-8587-A132-7F5281F63B63}"/>
              </a:ext>
            </a:extLst>
          </p:cNvPr>
          <p:cNvGrpSpPr/>
          <p:nvPr/>
        </p:nvGrpSpPr>
        <p:grpSpPr>
          <a:xfrm>
            <a:off x="1245928" y="-4009293"/>
            <a:ext cx="9700142" cy="13267876"/>
            <a:chOff x="1245928" y="-4009293"/>
            <a:chExt cx="9700142" cy="1326787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02B887E-07F4-E3AE-63FF-462CBF7D4AA6}"/>
                </a:ext>
              </a:extLst>
            </p:cNvPr>
            <p:cNvGrpSpPr/>
            <p:nvPr/>
          </p:nvGrpSpPr>
          <p:grpSpPr>
            <a:xfrm>
              <a:off x="1245929" y="-4009293"/>
              <a:ext cx="9700141" cy="6858000"/>
              <a:chOff x="1245929" y="0"/>
              <a:chExt cx="9700141" cy="6858000"/>
            </a:xfrm>
          </p:grpSpPr>
          <p:pic>
            <p:nvPicPr>
              <p:cNvPr id="3" name="Picture 2" descr="A graph of a number of objects&#10;&#10;AI-generated content may be incorrect.">
                <a:extLst>
                  <a:ext uri="{FF2B5EF4-FFF2-40B4-BE49-F238E27FC236}">
                    <a16:creationId xmlns:a16="http://schemas.microsoft.com/office/drawing/2014/main" id="{4B0B5FB0-7500-F34E-6FA9-4FDF041AE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2A55A-F676-156E-8F3D-68EEF2C6F891}"/>
                  </a:ext>
                </a:extLst>
              </p:cNvPr>
              <p:cNvSpPr txBox="1"/>
              <p:nvPr/>
            </p:nvSpPr>
            <p:spPr>
              <a:xfrm>
                <a:off x="2823339" y="3368655"/>
                <a:ext cx="16087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479AC8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1F8DA1-AC56-2732-D27B-56174BB6E205}"/>
                  </a:ext>
                </a:extLst>
              </p:cNvPr>
              <p:cNvSpPr txBox="1"/>
              <p:nvPr/>
            </p:nvSpPr>
            <p:spPr>
              <a:xfrm>
                <a:off x="6779219" y="1799015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E5A83D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Inner Corner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0C4328E-708C-5FF8-1C0F-34CF4FD62195}"/>
                  </a:ext>
                </a:extLst>
              </p:cNvPr>
              <p:cNvSpPr txBox="1"/>
              <p:nvPr/>
            </p:nvSpPr>
            <p:spPr>
              <a:xfrm>
                <a:off x="7809839" y="5209569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3BB49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Outer Corner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4E3A16-B252-1305-1C14-21EEBBC74EBC}"/>
                  </a:ext>
                </a:extLst>
              </p:cNvPr>
              <p:cNvSpPr txBox="1"/>
              <p:nvPr/>
            </p:nvSpPr>
            <p:spPr>
              <a:xfrm>
                <a:off x="8900374" y="3368654"/>
                <a:ext cx="12087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F833A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Center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270A93-F5FE-4217-7C27-661823FDD5B1}"/>
                  </a:ext>
                </a:extLst>
              </p:cNvPr>
              <p:cNvSpPr txBox="1"/>
              <p:nvPr/>
            </p:nvSpPr>
            <p:spPr>
              <a:xfrm>
                <a:off x="9565750" y="1188183"/>
                <a:ext cx="13205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797C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Random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66C5788-DAAB-837D-8027-D8AE9EA84371}"/>
                </a:ext>
              </a:extLst>
            </p:cNvPr>
            <p:cNvGrpSpPr/>
            <p:nvPr/>
          </p:nvGrpSpPr>
          <p:grpSpPr>
            <a:xfrm>
              <a:off x="1245928" y="2400583"/>
              <a:ext cx="9700141" cy="6858000"/>
              <a:chOff x="1245929" y="0"/>
              <a:chExt cx="9700141" cy="6858000"/>
            </a:xfrm>
          </p:grpSpPr>
          <p:pic>
            <p:nvPicPr>
              <p:cNvPr id="10" name="Picture 9" descr="A graph of different colored lines&#10;&#10;AI-generated content may be incorrect.">
                <a:extLst>
                  <a:ext uri="{FF2B5EF4-FFF2-40B4-BE49-F238E27FC236}">
                    <a16:creationId xmlns:a16="http://schemas.microsoft.com/office/drawing/2014/main" id="{D7B24CCF-F946-9615-5081-D43130043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1154DB-FCB8-9901-B795-99266A659D63}"/>
                  </a:ext>
                </a:extLst>
              </p:cNvPr>
              <p:cNvSpPr txBox="1"/>
              <p:nvPr/>
            </p:nvSpPr>
            <p:spPr>
              <a:xfrm>
                <a:off x="3417998" y="1925373"/>
                <a:ext cx="206840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32, 64, 128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EC4FD0-59B8-2289-05D1-AD56B5D26356}"/>
                  </a:ext>
                </a:extLst>
              </p:cNvPr>
              <p:cNvSpPr txBox="1"/>
              <p:nvPr/>
            </p:nvSpPr>
            <p:spPr>
              <a:xfrm>
                <a:off x="5252429" y="3764136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A01F6B-11F5-01B1-E17D-E012B879B219}"/>
                  </a:ext>
                </a:extLst>
              </p:cNvPr>
              <p:cNvSpPr txBox="1"/>
              <p:nvPr/>
            </p:nvSpPr>
            <p:spPr>
              <a:xfrm>
                <a:off x="8045410" y="2156205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64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B76758-E8D2-BF1D-A315-7269B74F6825}"/>
                  </a:ext>
                </a:extLst>
              </p:cNvPr>
              <p:cNvSpPr txBox="1"/>
              <p:nvPr/>
            </p:nvSpPr>
            <p:spPr>
              <a:xfrm>
                <a:off x="9481777" y="1440336"/>
                <a:ext cx="12178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128</a:t>
                </a:r>
              </a:p>
            </p:txBody>
          </p: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A3E583C-5A11-B902-8CAB-DD95EF08F76F}"/>
              </a:ext>
            </a:extLst>
          </p:cNvPr>
          <p:cNvSpPr txBox="1"/>
          <p:nvPr/>
        </p:nvSpPr>
        <p:spPr>
          <a:xfrm>
            <a:off x="3705230" y="925858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 number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85993-D4EF-7FA4-7DB1-8A1338C50668}"/>
              </a:ext>
            </a:extLst>
          </p:cNvPr>
          <p:cNvSpPr txBox="1"/>
          <p:nvPr/>
        </p:nvSpPr>
        <p:spPr>
          <a:xfrm rot="16200000">
            <a:off x="-1791128" y="227070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Fraction of learned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BC296C-092A-1A58-16CC-4C53F8D14B36}"/>
              </a:ext>
            </a:extLst>
          </p:cNvPr>
          <p:cNvSpPr txBox="1"/>
          <p:nvPr/>
        </p:nvSpPr>
        <p:spPr>
          <a:xfrm>
            <a:off x="1936955" y="-3814916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(a)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AD8848-4D61-6F64-D1C1-A6B42DFAB03A}"/>
              </a:ext>
            </a:extLst>
          </p:cNvPr>
          <p:cNvSpPr txBox="1"/>
          <p:nvPr/>
        </p:nvSpPr>
        <p:spPr>
          <a:xfrm>
            <a:off x="1888510" y="2525502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26313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36E7AB5-6FE4-5390-3757-FDADEDF86C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40" y="0"/>
            <a:ext cx="484632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D06208-EA63-27A0-AA02-F55CA27327CB}"/>
              </a:ext>
            </a:extLst>
          </p:cNvPr>
          <p:cNvSpPr txBox="1"/>
          <p:nvPr/>
        </p:nvSpPr>
        <p:spPr>
          <a:xfrm>
            <a:off x="4183366" y="1106960"/>
            <a:ext cx="2068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CCC5F6-1108-9D09-C178-C8228A9DDBD2}"/>
              </a:ext>
            </a:extLst>
          </p:cNvPr>
          <p:cNvSpPr txBox="1"/>
          <p:nvPr/>
        </p:nvSpPr>
        <p:spPr>
          <a:xfrm>
            <a:off x="5664162" y="1606960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8C8177-7969-704F-6E08-BB7776001854}"/>
              </a:ext>
            </a:extLst>
          </p:cNvPr>
          <p:cNvSpPr txBox="1"/>
          <p:nvPr/>
        </p:nvSpPr>
        <p:spPr>
          <a:xfrm>
            <a:off x="6816823" y="1245459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11AEF-DF60-0038-9518-9AFCEB2FF2E3}"/>
              </a:ext>
            </a:extLst>
          </p:cNvPr>
          <p:cNvSpPr txBox="1"/>
          <p:nvPr/>
        </p:nvSpPr>
        <p:spPr>
          <a:xfrm>
            <a:off x="7413891" y="718882"/>
            <a:ext cx="12178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52CF82-2F5A-B49B-C321-DA6801606133}"/>
              </a:ext>
            </a:extLst>
          </p:cNvPr>
          <p:cNvSpPr txBox="1"/>
          <p:nvPr/>
        </p:nvSpPr>
        <p:spPr>
          <a:xfrm>
            <a:off x="5006477" y="4161415"/>
            <a:ext cx="16087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1A029E-9853-8132-DB6E-1A6921AF2D1E}"/>
              </a:ext>
            </a:extLst>
          </p:cNvPr>
          <p:cNvSpPr txBox="1"/>
          <p:nvPr/>
        </p:nvSpPr>
        <p:spPr>
          <a:xfrm>
            <a:off x="5709622" y="5209568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51030A-3CF3-D33E-1DF6-EC7396B2147C}"/>
              </a:ext>
            </a:extLst>
          </p:cNvPr>
          <p:cNvSpPr txBox="1"/>
          <p:nvPr/>
        </p:nvSpPr>
        <p:spPr>
          <a:xfrm>
            <a:off x="7029286" y="5612541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912273-31D7-31FA-0352-3C96483E5857}"/>
              </a:ext>
            </a:extLst>
          </p:cNvPr>
          <p:cNvSpPr txBox="1"/>
          <p:nvPr/>
        </p:nvSpPr>
        <p:spPr>
          <a:xfrm>
            <a:off x="7229294" y="4736059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427DFD-6F81-11EA-9697-0E6888C076BE}"/>
              </a:ext>
            </a:extLst>
          </p:cNvPr>
          <p:cNvSpPr txBox="1"/>
          <p:nvPr/>
        </p:nvSpPr>
        <p:spPr>
          <a:xfrm>
            <a:off x="7497863" y="3774730"/>
            <a:ext cx="1320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4046130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54BA642-4D72-2DC1-AB7E-0B7E70859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B60429-4B92-7C8F-D241-1B055E8C6DEF}"/>
              </a:ext>
            </a:extLst>
          </p:cNvPr>
          <p:cNvSpPr txBox="1"/>
          <p:nvPr/>
        </p:nvSpPr>
        <p:spPr>
          <a:xfrm>
            <a:off x="3988173" y="1440612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</a:t>
            </a:r>
            <a:endParaRPr lang="en-PH" sz="2400" dirty="0">
              <a:solidFill>
                <a:srgbClr val="0173B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5DDB3A-4AC2-0105-4589-7B9203E5899A}"/>
              </a:ext>
            </a:extLst>
          </p:cNvPr>
          <p:cNvSpPr txBox="1"/>
          <p:nvPr/>
        </p:nvSpPr>
        <p:spPr>
          <a:xfrm>
            <a:off x="5995694" y="1113320"/>
            <a:ext cx="1277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08AC0A-ADC4-85C8-3C8B-FE0CA60C20C6}"/>
              </a:ext>
            </a:extLst>
          </p:cNvPr>
          <p:cNvSpPr txBox="1"/>
          <p:nvPr/>
        </p:nvSpPr>
        <p:spPr>
          <a:xfrm>
            <a:off x="4928844" y="2993739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5B0590-3C6C-3C3F-D11B-8FB22AFA7E8E}"/>
              </a:ext>
            </a:extLst>
          </p:cNvPr>
          <p:cNvSpPr txBox="1"/>
          <p:nvPr/>
        </p:nvSpPr>
        <p:spPr>
          <a:xfrm>
            <a:off x="4857750" y="3964324"/>
            <a:ext cx="1776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0, 0.2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BE308A-BABE-8D6A-2D88-9E64E92F4EB7}"/>
              </a:ext>
            </a:extLst>
          </p:cNvPr>
          <p:cNvSpPr txBox="1"/>
          <p:nvPr/>
        </p:nvSpPr>
        <p:spPr>
          <a:xfrm>
            <a:off x="7181088" y="4006996"/>
            <a:ext cx="1638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1018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37662ED-05FB-C305-CD89-0100A017C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FBAD4-519D-C680-1951-33C81527585B}"/>
              </a:ext>
            </a:extLst>
          </p:cNvPr>
          <p:cNvSpPr txBox="1"/>
          <p:nvPr/>
        </p:nvSpPr>
        <p:spPr>
          <a:xfrm>
            <a:off x="3109938" y="1804351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0B79B5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726F2-9BBD-7291-60D1-27E6B6456DF3}"/>
              </a:ext>
            </a:extLst>
          </p:cNvPr>
          <p:cNvSpPr txBox="1"/>
          <p:nvPr/>
        </p:nvSpPr>
        <p:spPr>
          <a:xfrm>
            <a:off x="4259050" y="305277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47D6F8-DBEA-C227-E4F7-4AF1B4CECE89}"/>
              </a:ext>
            </a:extLst>
          </p:cNvPr>
          <p:cNvSpPr txBox="1"/>
          <p:nvPr/>
        </p:nvSpPr>
        <p:spPr>
          <a:xfrm>
            <a:off x="3641462" y="4480588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515C1-A736-5EF0-A6C3-EF06A6C7D2F0}"/>
              </a:ext>
            </a:extLst>
          </p:cNvPr>
          <p:cNvSpPr txBox="1"/>
          <p:nvPr/>
        </p:nvSpPr>
        <p:spPr>
          <a:xfrm>
            <a:off x="5176762" y="2024222"/>
            <a:ext cx="114911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E094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412A06-5D04-791F-804B-02E81E5C2786}"/>
              </a:ext>
            </a:extLst>
          </p:cNvPr>
          <p:cNvSpPr txBox="1"/>
          <p:nvPr/>
        </p:nvSpPr>
        <p:spPr>
          <a:xfrm>
            <a:off x="6519730" y="3514440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7E988E-CEA3-5058-DA62-07169899CEF0}"/>
              </a:ext>
            </a:extLst>
          </p:cNvPr>
          <p:cNvSpPr txBox="1"/>
          <p:nvPr/>
        </p:nvSpPr>
        <p:spPr>
          <a:xfrm>
            <a:off x="7990158" y="424975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23149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00053E7-751B-8146-CE1C-3A82FB3DD5EC}"/>
              </a:ext>
            </a:extLst>
          </p:cNvPr>
          <p:cNvGrpSpPr/>
          <p:nvPr/>
        </p:nvGrpSpPr>
        <p:grpSpPr>
          <a:xfrm>
            <a:off x="3672840" y="0"/>
            <a:ext cx="4846320" cy="6858000"/>
            <a:chOff x="3672840" y="0"/>
            <a:chExt cx="4846320" cy="6858000"/>
          </a:xfrm>
        </p:grpSpPr>
        <p:pic>
          <p:nvPicPr>
            <p:cNvPr id="3" name="Picture 2" descr="A graph of a function&#10;&#10;AI-generated content may be incorrect.">
              <a:extLst>
                <a:ext uri="{FF2B5EF4-FFF2-40B4-BE49-F238E27FC236}">
                  <a16:creationId xmlns:a16="http://schemas.microsoft.com/office/drawing/2014/main" id="{FC880BFB-4453-078C-7CD3-A22384AD2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2840" y="0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CAC7AA1-94D0-B4CA-5CD6-700B362907D7}"/>
                </a:ext>
              </a:extLst>
            </p:cNvPr>
            <p:cNvSpPr txBox="1"/>
            <p:nvPr/>
          </p:nvSpPr>
          <p:spPr>
            <a:xfrm>
              <a:off x="4270522" y="1093259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4ECB953-9119-01BF-CF02-07FA65E93BDF}"/>
                </a:ext>
              </a:extLst>
            </p:cNvPr>
            <p:cNvSpPr txBox="1"/>
            <p:nvPr/>
          </p:nvSpPr>
          <p:spPr>
            <a:xfrm>
              <a:off x="4946888" y="166383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F333F8-1DEF-F449-58FB-913FFC328E7F}"/>
                </a:ext>
              </a:extLst>
            </p:cNvPr>
            <p:cNvSpPr txBox="1"/>
            <p:nvPr/>
          </p:nvSpPr>
          <p:spPr>
            <a:xfrm>
              <a:off x="4653527" y="238195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43A8D2-B90D-5072-263E-1A9F459A1C19}"/>
                </a:ext>
              </a:extLst>
            </p:cNvPr>
            <p:cNvSpPr txBox="1"/>
            <p:nvPr/>
          </p:nvSpPr>
          <p:spPr>
            <a:xfrm>
              <a:off x="5521444" y="816260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B3134E6-7745-00D9-A85E-2E0F4DC09B96}"/>
                </a:ext>
              </a:extLst>
            </p:cNvPr>
            <p:cNvSpPr txBox="1"/>
            <p:nvPr/>
          </p:nvSpPr>
          <p:spPr>
            <a:xfrm>
              <a:off x="6158468" y="166383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D60900-E4CA-1A81-7B8A-605507F680D8}"/>
                </a:ext>
              </a:extLst>
            </p:cNvPr>
            <p:cNvSpPr txBox="1"/>
            <p:nvPr/>
          </p:nvSpPr>
          <p:spPr>
            <a:xfrm>
              <a:off x="7137723" y="1187351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8B20C2-5C43-1E40-6FA5-504FA6D44208}"/>
                </a:ext>
              </a:extLst>
            </p:cNvPr>
            <p:cNvSpPr txBox="1"/>
            <p:nvPr/>
          </p:nvSpPr>
          <p:spPr>
            <a:xfrm>
              <a:off x="5229936" y="3604673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endParaRPr lang="en-PH" sz="12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9B42B6-FAEC-4735-7198-0B00DBFD3959}"/>
                </a:ext>
              </a:extLst>
            </p:cNvPr>
            <p:cNvSpPr txBox="1"/>
            <p:nvPr/>
          </p:nvSpPr>
          <p:spPr>
            <a:xfrm>
              <a:off x="5942102" y="3722908"/>
              <a:ext cx="12776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1633184-C1B0-CBC5-96AA-D1ACC05C41B7}"/>
                </a:ext>
              </a:extLst>
            </p:cNvPr>
            <p:cNvSpPr txBox="1"/>
            <p:nvPr/>
          </p:nvSpPr>
          <p:spPr>
            <a:xfrm>
              <a:off x="5672421" y="4481478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059C2AC-CDB1-DFE9-BA63-596AE1C98631}"/>
                </a:ext>
              </a:extLst>
            </p:cNvPr>
            <p:cNvSpPr txBox="1"/>
            <p:nvPr/>
          </p:nvSpPr>
          <p:spPr>
            <a:xfrm>
              <a:off x="5477398" y="4896976"/>
              <a:ext cx="17767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521EE0-1895-E932-80CC-9EDB744A94FA}"/>
                </a:ext>
              </a:extLst>
            </p:cNvPr>
            <p:cNvSpPr txBox="1"/>
            <p:nvPr/>
          </p:nvSpPr>
          <p:spPr>
            <a:xfrm>
              <a:off x="6670556" y="4204479"/>
              <a:ext cx="16388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9976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CEFBA-787B-DA9B-3C02-B07F50331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7FF99198-0B7F-67B8-9510-C2FC643B0481}"/>
              </a:ext>
            </a:extLst>
          </p:cNvPr>
          <p:cNvGrpSpPr/>
          <p:nvPr/>
        </p:nvGrpSpPr>
        <p:grpSpPr>
          <a:xfrm>
            <a:off x="647675" y="784447"/>
            <a:ext cx="9790437" cy="4034388"/>
            <a:chOff x="-343611" y="922315"/>
            <a:chExt cx="9790437" cy="4034388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CAC7C86-3520-B627-0626-DD12F095B0E0}"/>
                </a:ext>
              </a:extLst>
            </p:cNvPr>
            <p:cNvGrpSpPr/>
            <p:nvPr/>
          </p:nvGrpSpPr>
          <p:grpSpPr>
            <a:xfrm>
              <a:off x="-343611" y="1326571"/>
              <a:ext cx="9790437" cy="1706861"/>
              <a:chOff x="820555" y="938226"/>
              <a:chExt cx="9790437" cy="1706861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68AE401-65AD-FEA0-A09D-AE97B3698077}"/>
                  </a:ext>
                </a:extLst>
              </p:cNvPr>
              <p:cNvGrpSpPr/>
              <p:nvPr/>
            </p:nvGrpSpPr>
            <p:grpSpPr>
              <a:xfrm flipV="1">
                <a:off x="1250992" y="938228"/>
                <a:ext cx="9360000" cy="1706859"/>
                <a:chOff x="-11061493" y="0"/>
                <a:chExt cx="34152392" cy="6858000"/>
              </a:xfrm>
            </p:grpSpPr>
            <p:pic>
              <p:nvPicPr>
                <p:cNvPr id="5" name="Picture 4" descr="A blue and black squares&#10;&#10;AI-generated content may be incorrect.">
                  <a:extLst>
                    <a:ext uri="{FF2B5EF4-FFF2-40B4-BE49-F238E27FC236}">
                      <a16:creationId xmlns:a16="http://schemas.microsoft.com/office/drawing/2014/main" id="{9D13B88A-751F-8C1C-2864-B4502E985A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0"/>
                  <a:ext cx="8270154" cy="6858000"/>
                </a:xfrm>
                <a:prstGeom prst="rect">
                  <a:avLst/>
                </a:prstGeom>
              </p:spPr>
            </p:pic>
            <p:pic>
              <p:nvPicPr>
                <p:cNvPr id="7" name="Picture 6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A4021F74-B028-E2DE-E3DB-19E6756321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65837" y="0"/>
                  <a:ext cx="8255671" cy="6858000"/>
                </a:xfrm>
                <a:prstGeom prst="rect">
                  <a:avLst/>
                </a:prstGeom>
              </p:spPr>
            </p:pic>
            <p:pic>
              <p:nvPicPr>
                <p:cNvPr id="9" name="Picture 8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243D9C55-9C4E-D33D-E642-9DEF78827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0496" y="0"/>
                  <a:ext cx="8169838" cy="6858000"/>
                </a:xfrm>
                <a:prstGeom prst="rect">
                  <a:avLst/>
                </a:prstGeom>
              </p:spPr>
            </p:pic>
            <p:pic>
              <p:nvPicPr>
                <p:cNvPr id="11" name="Picture 10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CE8D7AF-F2E2-DBE0-223E-4DF11302EC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71952" y="0"/>
                  <a:ext cx="8200416" cy="6858000"/>
                </a:xfrm>
                <a:prstGeom prst="rect">
                  <a:avLst/>
                </a:prstGeom>
              </p:spPr>
            </p:pic>
            <p:pic>
              <p:nvPicPr>
                <p:cNvPr id="3" name="Picture 2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38B06D0-1E3D-8477-2256-7F32AB3072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364"/>
                <a:stretch/>
              </p:blipFill>
              <p:spPr>
                <a:xfrm>
                  <a:off x="16182452" y="0"/>
                  <a:ext cx="6908447" cy="6858000"/>
                </a:xfrm>
                <a:prstGeom prst="rect">
                  <a:avLst/>
                </a:prstGeom>
              </p:spPr>
            </p:pic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E5C21B-38F0-F4E5-D676-CA509BAFFBB3}"/>
                  </a:ext>
                </a:extLst>
              </p:cNvPr>
              <p:cNvSpPr txBox="1"/>
              <p:nvPr/>
            </p:nvSpPr>
            <p:spPr>
              <a:xfrm rot="16200000">
                <a:off x="214405" y="1544376"/>
                <a:ext cx="16739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9D91988-1D40-8A1D-C49A-2FCA4CC8C95D}"/>
                </a:ext>
              </a:extLst>
            </p:cNvPr>
            <p:cNvGrpSpPr/>
            <p:nvPr/>
          </p:nvGrpSpPr>
          <p:grpSpPr>
            <a:xfrm>
              <a:off x="-315737" y="922315"/>
              <a:ext cx="9762563" cy="4034388"/>
              <a:chOff x="848429" y="533970"/>
              <a:chExt cx="9762563" cy="4034388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949B613-4A04-EC17-14C2-1C7C99AE5E0D}"/>
                  </a:ext>
                </a:extLst>
              </p:cNvPr>
              <p:cNvGrpSpPr/>
              <p:nvPr/>
            </p:nvGrpSpPr>
            <p:grpSpPr>
              <a:xfrm>
                <a:off x="1250992" y="2645087"/>
                <a:ext cx="9360000" cy="1848619"/>
                <a:chOff x="-11061493" y="-10367094"/>
                <a:chExt cx="34369169" cy="6858000"/>
              </a:xfrm>
            </p:grpSpPr>
            <p:pic>
              <p:nvPicPr>
                <p:cNvPr id="2" name="Picture 1" descr="A screenshot of a video game&#10;&#10;AI-generated content may be incorrect.">
                  <a:extLst>
                    <a:ext uri="{FF2B5EF4-FFF2-40B4-BE49-F238E27FC236}">
                      <a16:creationId xmlns:a16="http://schemas.microsoft.com/office/drawing/2014/main" id="{D68D6490-D006-1231-33DA-7EEC3AA1CE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-10367094"/>
                  <a:ext cx="8131217" cy="6858000"/>
                </a:xfrm>
                <a:prstGeom prst="rect">
                  <a:avLst/>
                </a:prstGeom>
              </p:spPr>
            </p:pic>
            <p:pic>
              <p:nvPicPr>
                <p:cNvPr id="4" name="Picture 3" descr="A pixelated image of a person&#10;&#10;AI-generated content may be incorrect.">
                  <a:extLst>
                    <a:ext uri="{FF2B5EF4-FFF2-40B4-BE49-F238E27FC236}">
                      <a16:creationId xmlns:a16="http://schemas.microsoft.com/office/drawing/2014/main" id="{81360E2E-B088-6A5B-2D2D-DDE7C4397B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06742" y="-10367094"/>
                  <a:ext cx="8137477" cy="6858000"/>
                </a:xfrm>
                <a:prstGeom prst="rect">
                  <a:avLst/>
                </a:prstGeom>
              </p:spPr>
            </p:pic>
            <p:pic>
              <p:nvPicPr>
                <p:cNvPr id="6" name="Picture 5" descr="A blue and black pixelated objects&#10;&#10;AI-generated content may be incorrect.">
                  <a:extLst>
                    <a:ext uri="{FF2B5EF4-FFF2-40B4-BE49-F238E27FC236}">
                      <a16:creationId xmlns:a16="http://schemas.microsoft.com/office/drawing/2014/main" id="{8BD5EA56-020E-2B8D-A96A-3FABA20742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87768" y="-10367094"/>
                  <a:ext cx="8137966" cy="6858000"/>
                </a:xfrm>
                <a:prstGeom prst="rect">
                  <a:avLst/>
                </a:prstGeom>
              </p:spPr>
            </p:pic>
            <p:pic>
              <p:nvPicPr>
                <p:cNvPr id="8" name="Picture 7" descr="A blue and black pixelated squares&#10;&#10;AI-generated content may be incorrect.">
                  <a:extLst>
                    <a:ext uri="{FF2B5EF4-FFF2-40B4-BE49-F238E27FC236}">
                      <a16:creationId xmlns:a16="http://schemas.microsoft.com/office/drawing/2014/main" id="{6FA47EDB-8C59-36B9-016A-35EBE8BC46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04232" y="-10367094"/>
                  <a:ext cx="8147043" cy="6858000"/>
                </a:xfrm>
                <a:prstGeom prst="rect">
                  <a:avLst/>
                </a:prstGeom>
              </p:spPr>
            </p:pic>
            <p:pic>
              <p:nvPicPr>
                <p:cNvPr id="10" name="Picture 9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9BBF71F4-1A6A-3769-8406-7A19817F4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737"/>
                <a:stretch/>
              </p:blipFill>
              <p:spPr>
                <a:xfrm>
                  <a:off x="16399231" y="-10367094"/>
                  <a:ext cx="6908445" cy="685800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44A09FE-A772-AE0D-49FA-EA34D3197F96}"/>
                  </a:ext>
                </a:extLst>
              </p:cNvPr>
              <p:cNvSpPr txBox="1"/>
              <p:nvPr/>
            </p:nvSpPr>
            <p:spPr>
              <a:xfrm rot="16200000">
                <a:off x="154952" y="3413215"/>
                <a:ext cx="18486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Peer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/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/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=8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/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=16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/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=32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/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=54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ED3B6BC6-FE53-E11B-9112-575BE1CCD0D3}"/>
              </a:ext>
            </a:extLst>
          </p:cNvPr>
          <p:cNvSpPr txBox="1"/>
          <p:nvPr/>
        </p:nvSpPr>
        <p:spPr>
          <a:xfrm rot="16200000">
            <a:off x="3314024" y="4317752"/>
            <a:ext cx="492443" cy="14732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Learned: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402A04-90BD-6A60-D24C-87DDECA0A2B4}"/>
              </a:ext>
            </a:extLst>
          </p:cNvPr>
          <p:cNvSpPr txBox="1"/>
          <p:nvPr/>
        </p:nvSpPr>
        <p:spPr>
          <a:xfrm rot="16200000">
            <a:off x="1597620" y="4288623"/>
            <a:ext cx="492443" cy="153145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Unlearned: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B237CB3-860E-DD27-DDDC-3953547022A4}"/>
              </a:ext>
            </a:extLst>
          </p:cNvPr>
          <p:cNvSpPr/>
          <p:nvPr/>
        </p:nvSpPr>
        <p:spPr>
          <a:xfrm>
            <a:off x="1181630" y="5262787"/>
            <a:ext cx="378594" cy="378000"/>
          </a:xfrm>
          <a:prstGeom prst="rect">
            <a:avLst/>
          </a:prstGeom>
          <a:solidFill>
            <a:srgbClr val="D2E6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76B35F-B1F4-DFD0-5337-0CD87EA92025}"/>
              </a:ext>
            </a:extLst>
          </p:cNvPr>
          <p:cNvSpPr/>
          <p:nvPr/>
        </p:nvSpPr>
        <p:spPr>
          <a:xfrm>
            <a:off x="4997801" y="5262787"/>
            <a:ext cx="378594" cy="378000"/>
          </a:xfrm>
          <a:prstGeom prst="rect">
            <a:avLst/>
          </a:prstGeom>
          <a:solidFill>
            <a:srgbClr val="1F83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/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blipFill>
                <a:blip r:embed="rId17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FC4E5ACE-6173-A2F2-AFA9-16877CEDB11B}"/>
              </a:ext>
            </a:extLst>
          </p:cNvPr>
          <p:cNvSpPr/>
          <p:nvPr/>
        </p:nvSpPr>
        <p:spPr>
          <a:xfrm>
            <a:off x="7754183" y="5262787"/>
            <a:ext cx="378594" cy="378000"/>
          </a:xfrm>
          <a:prstGeom prst="rect">
            <a:avLst/>
          </a:prstGeom>
          <a:solidFill>
            <a:srgbClr val="061A33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/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blipFill>
                <a:blip r:embed="rId18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465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0BC17-5648-2B7A-1B40-0052B927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A660FA0-F510-ECD1-B7C5-EDC85CC78139}"/>
              </a:ext>
            </a:extLst>
          </p:cNvPr>
          <p:cNvGrpSpPr/>
          <p:nvPr/>
        </p:nvGrpSpPr>
        <p:grpSpPr>
          <a:xfrm>
            <a:off x="919924" y="422897"/>
            <a:ext cx="9860744" cy="4946846"/>
            <a:chOff x="919924" y="422897"/>
            <a:chExt cx="9860744" cy="494684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AD1CF08-63C4-5067-F50B-2212334161CB}"/>
                </a:ext>
              </a:extLst>
            </p:cNvPr>
            <p:cNvGrpSpPr/>
            <p:nvPr/>
          </p:nvGrpSpPr>
          <p:grpSpPr>
            <a:xfrm>
              <a:off x="990231" y="748463"/>
              <a:ext cx="9790437" cy="4034388"/>
              <a:chOff x="-343611" y="922315"/>
              <a:chExt cx="9790437" cy="4034388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A6AB8C4A-3CF1-A05E-0005-7448D1BC3C1E}"/>
                  </a:ext>
                </a:extLst>
              </p:cNvPr>
              <p:cNvGrpSpPr/>
              <p:nvPr/>
            </p:nvGrpSpPr>
            <p:grpSpPr>
              <a:xfrm>
                <a:off x="-343611" y="1326571"/>
                <a:ext cx="9790437" cy="1706861"/>
                <a:chOff x="820555" y="938226"/>
                <a:chExt cx="9790437" cy="1706861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2550FC44-C13E-0B9C-C00B-29B140CA223D}"/>
                    </a:ext>
                  </a:extLst>
                </p:cNvPr>
                <p:cNvGrpSpPr/>
                <p:nvPr/>
              </p:nvGrpSpPr>
              <p:grpSpPr>
                <a:xfrm flipV="1">
                  <a:off x="1250992" y="938228"/>
                  <a:ext cx="9360000" cy="1706859"/>
                  <a:chOff x="-11061493" y="0"/>
                  <a:chExt cx="34152392" cy="6858000"/>
                </a:xfrm>
              </p:grpSpPr>
              <p:pic>
                <p:nvPicPr>
                  <p:cNvPr id="5" name="Picture 4" descr="A blue and black squares&#10;&#10;AI-generated content may be incorrect.">
                    <a:extLst>
                      <a:ext uri="{FF2B5EF4-FFF2-40B4-BE49-F238E27FC236}">
                        <a16:creationId xmlns:a16="http://schemas.microsoft.com/office/drawing/2014/main" id="{9BCC29D4-C531-A62E-CAA9-FF951257E2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0"/>
                    <a:ext cx="8270154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7" name="Picture 6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5A52CDCC-88AF-6258-6E3E-53E41C4D4FD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65837" y="0"/>
                    <a:ext cx="8255671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9" name="Picture 8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8A20B289-6DA7-35D1-DFC5-BD5C31B0E57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30496" y="0"/>
                    <a:ext cx="8169838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1" name="Picture 10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C1AD6E0B-6288-9CDD-8591-04656CEB35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371952" y="0"/>
                    <a:ext cx="820041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3" name="Picture 2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64FF0A46-1E24-5E65-2962-9DAD4290694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364"/>
                  <a:stretch/>
                </p:blipFill>
                <p:spPr>
                  <a:xfrm>
                    <a:off x="16182452" y="0"/>
                    <a:ext cx="6908447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41335EB-B321-1A49-DADF-4BD844C0ED78}"/>
                    </a:ext>
                  </a:extLst>
                </p:cNvPr>
                <p:cNvSpPr txBox="1"/>
                <p:nvPr/>
              </p:nvSpPr>
              <p:spPr>
                <a:xfrm rot="16200000">
                  <a:off x="214405" y="1544376"/>
                  <a:ext cx="167396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Traditional</a:t>
                  </a:r>
                </a:p>
              </p:txBody>
            </p: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65CEEE8-02A8-23BF-309A-2AE25FB8963C}"/>
                  </a:ext>
                </a:extLst>
              </p:cNvPr>
              <p:cNvGrpSpPr/>
              <p:nvPr/>
            </p:nvGrpSpPr>
            <p:grpSpPr>
              <a:xfrm>
                <a:off x="-315737" y="922315"/>
                <a:ext cx="9762563" cy="4034388"/>
                <a:chOff x="848429" y="533970"/>
                <a:chExt cx="9762563" cy="403438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D693BAA3-7C58-4AAC-F972-01FCFC8DB27F}"/>
                    </a:ext>
                  </a:extLst>
                </p:cNvPr>
                <p:cNvGrpSpPr/>
                <p:nvPr/>
              </p:nvGrpSpPr>
              <p:grpSpPr>
                <a:xfrm>
                  <a:off x="1250992" y="2645087"/>
                  <a:ext cx="9360000" cy="1848619"/>
                  <a:chOff x="-11061493" y="-10367094"/>
                  <a:chExt cx="34369169" cy="6858000"/>
                </a:xfrm>
              </p:grpSpPr>
              <p:pic>
                <p:nvPicPr>
                  <p:cNvPr id="2" name="Picture 1" descr="A screenshot of a video game&#10;&#10;AI-generated content may be incorrect.">
                    <a:extLst>
                      <a:ext uri="{FF2B5EF4-FFF2-40B4-BE49-F238E27FC236}">
                        <a16:creationId xmlns:a16="http://schemas.microsoft.com/office/drawing/2014/main" id="{BA960BFC-8BAF-8690-A037-0808804B33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-10367094"/>
                    <a:ext cx="813121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4" name="Picture 3" descr="A pixelated image of a person&#10;&#10;AI-generated content may be incorrect.">
                    <a:extLst>
                      <a:ext uri="{FF2B5EF4-FFF2-40B4-BE49-F238E27FC236}">
                        <a16:creationId xmlns:a16="http://schemas.microsoft.com/office/drawing/2014/main" id="{D093D0A5-42E0-4CE6-8260-3DF47C0FB26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06742" y="-10367094"/>
                    <a:ext cx="813747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6" name="Picture 5" descr="A blue and black pixelated objects&#10;&#10;AI-generated content may be incorrect.">
                    <a:extLst>
                      <a:ext uri="{FF2B5EF4-FFF2-40B4-BE49-F238E27FC236}">
                        <a16:creationId xmlns:a16="http://schemas.microsoft.com/office/drawing/2014/main" id="{BB592360-B0F8-6DC9-6DB1-B09DB71A067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87768" y="-10367094"/>
                    <a:ext cx="813796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8" name="Picture 7" descr="A blue and black pixelated squares&#10;&#10;AI-generated content may be incorrect.">
                    <a:extLst>
                      <a:ext uri="{FF2B5EF4-FFF2-40B4-BE49-F238E27FC236}">
                        <a16:creationId xmlns:a16="http://schemas.microsoft.com/office/drawing/2014/main" id="{930B429E-725D-EF10-127D-A0CE285D3D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504232" y="-10367094"/>
                    <a:ext cx="8147043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0" name="Picture 9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9E8ADCEB-41E7-DAF0-2C2D-BEFC0CFCAF4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737"/>
                  <a:stretch/>
                </p:blipFill>
                <p:spPr>
                  <a:xfrm>
                    <a:off x="16399231" y="-10367094"/>
                    <a:ext cx="6908445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0A506F4-A1CC-065D-E889-362A69BC4E54}"/>
                    </a:ext>
                  </a:extLst>
                </p:cNvPr>
                <p:cNvSpPr txBox="1"/>
                <p:nvPr/>
              </p:nvSpPr>
              <p:spPr>
                <a:xfrm rot="16200000">
                  <a:off x="154952" y="3413215"/>
                  <a:ext cx="18486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cs typeface="Times New Roman" panose="02020603050405020304" pitchFamily="18" charset="0"/>
                    </a:rPr>
                    <a:t>Peer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=8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=16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=32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=54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836D7EA-52B8-FBE4-80C0-176EBAAA8C16}"/>
                </a:ext>
              </a:extLst>
            </p:cNvPr>
            <p:cNvGrpSpPr/>
            <p:nvPr/>
          </p:nvGrpSpPr>
          <p:grpSpPr>
            <a:xfrm>
              <a:off x="1451899" y="4815745"/>
              <a:ext cx="7615993" cy="553998"/>
              <a:chOff x="882736" y="4782172"/>
              <a:chExt cx="7615993" cy="553998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C78BEDA-D68B-604B-55EA-B23CFD736C54}"/>
                  </a:ext>
                </a:extLst>
              </p:cNvPr>
              <p:cNvSpPr txBox="1"/>
              <p:nvPr/>
            </p:nvSpPr>
            <p:spPr>
              <a:xfrm rot="16200000">
                <a:off x="4419265" y="4228597"/>
                <a:ext cx="553998" cy="1661147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Learned: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A6E2BEC-CF49-6F65-64CC-70D9AA24655D}"/>
                  </a:ext>
                </a:extLst>
              </p:cNvPr>
              <p:cNvSpPr txBox="1"/>
              <p:nvPr/>
            </p:nvSpPr>
            <p:spPr>
              <a:xfrm rot="16200000">
                <a:off x="1400456" y="4264452"/>
                <a:ext cx="553998" cy="1589438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Unlearned: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79F0EE1-E5E0-D2B6-DAFA-1571CCCAE99F}"/>
                  </a:ext>
                </a:extLst>
              </p:cNvPr>
              <p:cNvSpPr/>
              <p:nvPr/>
            </p:nvSpPr>
            <p:spPr>
              <a:xfrm>
                <a:off x="2653713" y="4870170"/>
                <a:ext cx="378594" cy="378000"/>
              </a:xfrm>
              <a:prstGeom prst="rect">
                <a:avLst/>
              </a:prstGeom>
              <a:solidFill>
                <a:srgbClr val="D2E6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D8B4EF-2CDB-AD99-9BF2-3107631AB4EC}"/>
                  </a:ext>
                </a:extLst>
              </p:cNvPr>
              <p:cNvSpPr/>
              <p:nvPr/>
            </p:nvSpPr>
            <p:spPr>
              <a:xfrm>
                <a:off x="6487554" y="4870170"/>
                <a:ext cx="378594" cy="378000"/>
              </a:xfrm>
              <a:prstGeom prst="rect">
                <a:avLst/>
              </a:prstGeom>
              <a:solidFill>
                <a:srgbClr val="1F83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290F39-DAE9-11B8-54D5-31D9517BC51F}"/>
                  </a:ext>
                </a:extLst>
              </p:cNvPr>
              <p:cNvSpPr txBox="1"/>
              <p:nvPr/>
            </p:nvSpPr>
            <p:spPr>
              <a:xfrm rot="16200000">
                <a:off x="5727657" y="4722731"/>
                <a:ext cx="492443" cy="672879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0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5B858196-06FC-6811-3926-8803FB460859}"/>
                  </a:ext>
                </a:extLst>
              </p:cNvPr>
              <p:cNvSpPr/>
              <p:nvPr/>
            </p:nvSpPr>
            <p:spPr>
              <a:xfrm>
                <a:off x="8120135" y="4886362"/>
                <a:ext cx="378594" cy="378000"/>
              </a:xfrm>
              <a:prstGeom prst="rect">
                <a:avLst/>
              </a:prstGeom>
              <a:solidFill>
                <a:srgbClr val="061A33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D7D0EF9-252D-F294-8611-9FF0577211DE}"/>
                  </a:ext>
                </a:extLst>
              </p:cNvPr>
              <p:cNvSpPr txBox="1"/>
              <p:nvPr/>
            </p:nvSpPr>
            <p:spPr>
              <a:xfrm rot="16200000">
                <a:off x="7388744" y="4767035"/>
                <a:ext cx="492443" cy="58427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0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</a:t>
                </a: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AB03727-74F2-44D4-C122-F5A9610E2C77}"/>
                </a:ext>
              </a:extLst>
            </p:cNvPr>
            <p:cNvSpPr txBox="1"/>
            <p:nvPr/>
          </p:nvSpPr>
          <p:spPr>
            <a:xfrm>
              <a:off x="919924" y="422897"/>
              <a:ext cx="85076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3200" dirty="0">
                  <a:latin typeface="TeXGyreHeros" panose="00000500000000000000" pitchFamily="50" charset="0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3037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63B6AA4-EDEA-DC64-732B-140F98C016F6}"/>
              </a:ext>
            </a:extLst>
          </p:cNvPr>
          <p:cNvGrpSpPr/>
          <p:nvPr/>
        </p:nvGrpSpPr>
        <p:grpSpPr>
          <a:xfrm>
            <a:off x="3492026" y="-2738034"/>
            <a:ext cx="4846320" cy="9369264"/>
            <a:chOff x="3492026" y="-2738034"/>
            <a:chExt cx="4846320" cy="936926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B803D54-7484-545B-5A7C-CEF0A3A25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92026" y="-2738034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45A146-9F6A-212D-76F3-30EA1AE01FCC}"/>
                </a:ext>
              </a:extLst>
            </p:cNvPr>
            <p:cNvSpPr txBox="1"/>
            <p:nvPr/>
          </p:nvSpPr>
          <p:spPr>
            <a:xfrm>
              <a:off x="3997633" y="-1774984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7FD85D-815F-27AF-0BF1-087E0A1B2382}"/>
                </a:ext>
              </a:extLst>
            </p:cNvPr>
            <p:cNvSpPr txBox="1"/>
            <p:nvPr/>
          </p:nvSpPr>
          <p:spPr>
            <a:xfrm>
              <a:off x="4645424" y="-1275623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E31771B-A696-7B14-7B14-F61A0A335E84}"/>
                </a:ext>
              </a:extLst>
            </p:cNvPr>
            <p:cNvSpPr txBox="1"/>
            <p:nvPr/>
          </p:nvSpPr>
          <p:spPr>
            <a:xfrm>
              <a:off x="4418738" y="-583126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0211BB-3061-5DE0-8545-8AD84807A425}"/>
                </a:ext>
              </a:extLst>
            </p:cNvPr>
            <p:cNvSpPr txBox="1"/>
            <p:nvPr/>
          </p:nvSpPr>
          <p:spPr>
            <a:xfrm>
              <a:off x="4902715" y="-1760371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14BC59-956E-F4A6-A345-681F39CBA4E8}"/>
                </a:ext>
              </a:extLst>
            </p:cNvPr>
            <p:cNvSpPr txBox="1"/>
            <p:nvPr/>
          </p:nvSpPr>
          <p:spPr>
            <a:xfrm>
              <a:off x="5477271" y="-129207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5875C-3363-D245-5661-74AE369DEB08}"/>
                </a:ext>
              </a:extLst>
            </p:cNvPr>
            <p:cNvSpPr txBox="1"/>
            <p:nvPr/>
          </p:nvSpPr>
          <p:spPr>
            <a:xfrm>
              <a:off x="6270405" y="-2153555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515A12-9DAE-602C-BCD8-C829B494A6BC}"/>
                </a:ext>
              </a:extLst>
            </p:cNvPr>
            <p:cNvSpPr txBox="1"/>
            <p:nvPr/>
          </p:nvSpPr>
          <p:spPr>
            <a:xfrm>
              <a:off x="4502629" y="918575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, 0.2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405A40-53CA-7DDE-2D0B-E74F656A283E}"/>
                </a:ext>
              </a:extLst>
            </p:cNvPr>
            <p:cNvSpPr txBox="1"/>
            <p:nvPr/>
          </p:nvSpPr>
          <p:spPr>
            <a:xfrm rot="18995764">
              <a:off x="5211765" y="932452"/>
              <a:ext cx="127764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B41A86-8FDC-1A44-BE87-E7CED5B4F701}"/>
                </a:ext>
              </a:extLst>
            </p:cNvPr>
            <p:cNvSpPr txBox="1"/>
            <p:nvPr/>
          </p:nvSpPr>
          <p:spPr>
            <a:xfrm>
              <a:off x="6987867" y="1150274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409A66-C8CE-4DD1-B79A-EC9710BCAAAD}"/>
                </a:ext>
              </a:extLst>
            </p:cNvPr>
            <p:cNvSpPr txBox="1"/>
            <p:nvPr/>
          </p:nvSpPr>
          <p:spPr>
            <a:xfrm>
              <a:off x="4859581" y="2466489"/>
              <a:ext cx="934955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0, 0.2, 0.4, 0.45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7DB2EA4-4A55-01A1-07ED-4FDF1F648B56}"/>
                </a:ext>
              </a:extLst>
            </p:cNvPr>
            <p:cNvSpPr txBox="1"/>
            <p:nvPr/>
          </p:nvSpPr>
          <p:spPr>
            <a:xfrm>
              <a:off x="6150204" y="1873251"/>
              <a:ext cx="163884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20EDCB5-8153-4421-7D3A-7940C5FC6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92026" y="4159138"/>
              <a:ext cx="4846320" cy="24720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D3DB877-FAD7-A77B-E911-ED68E68BF5F2}"/>
                </a:ext>
              </a:extLst>
            </p:cNvPr>
            <p:cNvSpPr txBox="1"/>
            <p:nvPr/>
          </p:nvSpPr>
          <p:spPr>
            <a:xfrm rot="19449190">
              <a:off x="5231894" y="1312481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501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00AAA89B-11A6-5624-40C9-65F374CCF7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427893" y="0"/>
            <a:ext cx="8131215" cy="6858000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326FEAB-D092-8E0D-1580-977C4D9538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14372" y="0"/>
            <a:ext cx="8137478" cy="6858000"/>
          </a:xfrm>
          <a:prstGeom prst="rect">
            <a:avLst/>
          </a:prstGeom>
        </p:spPr>
      </p:pic>
      <p:pic>
        <p:nvPicPr>
          <p:cNvPr id="7" name="Picture 6" descr="A blue and black pixelated objects&#10;&#10;AI-generated content may be incorrect.">
            <a:extLst>
              <a:ext uri="{FF2B5EF4-FFF2-40B4-BE49-F238E27FC236}">
                <a16:creationId xmlns:a16="http://schemas.microsoft.com/office/drawing/2014/main" id="{77DCD21F-943F-188F-E1E1-A5E9E0A408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62" y="0"/>
            <a:ext cx="8137966" cy="6858000"/>
          </a:xfrm>
          <a:prstGeom prst="rect">
            <a:avLst/>
          </a:prstGeom>
        </p:spPr>
      </p:pic>
      <p:pic>
        <p:nvPicPr>
          <p:cNvPr id="9" name="Picture 8" descr="A blue and black pixelated squares&#10;&#10;AI-generated content may be incorrect.">
            <a:extLst>
              <a:ext uri="{FF2B5EF4-FFF2-40B4-BE49-F238E27FC236}">
                <a16:creationId xmlns:a16="http://schemas.microsoft.com/office/drawing/2014/main" id="{10EF06D7-75A5-75A2-905D-9C471304A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1218" y="0"/>
            <a:ext cx="8147044" cy="6858000"/>
          </a:xfrm>
          <a:prstGeom prst="rect">
            <a:avLst/>
          </a:prstGeom>
        </p:spPr>
      </p:pic>
      <p:pic>
        <p:nvPicPr>
          <p:cNvPr id="11" name="Picture 10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07898BE4-F4D8-030E-B637-98BA161A61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723"/>
          <a:stretch/>
        </p:blipFill>
        <p:spPr>
          <a:xfrm>
            <a:off x="16236756" y="0"/>
            <a:ext cx="6909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613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squares&#10;&#10;AI-generated content may be incorrect.">
            <a:extLst>
              <a:ext uri="{FF2B5EF4-FFF2-40B4-BE49-F238E27FC236}">
                <a16:creationId xmlns:a16="http://schemas.microsoft.com/office/drawing/2014/main" id="{767D86C5-C725-BF99-E573-CCBD67AB9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061493" y="0"/>
            <a:ext cx="8270154" cy="6858000"/>
          </a:xfrm>
          <a:prstGeom prst="rect">
            <a:avLst/>
          </a:prstGeom>
        </p:spPr>
      </p:pic>
      <p:pic>
        <p:nvPicPr>
          <p:cNvPr id="7" name="Picture 6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124C3601-868C-1684-A715-058D42BCEE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65837" y="0"/>
            <a:ext cx="8255671" cy="6858000"/>
          </a:xfrm>
          <a:prstGeom prst="rect">
            <a:avLst/>
          </a:prstGeom>
        </p:spPr>
      </p:pic>
      <p:pic>
        <p:nvPicPr>
          <p:cNvPr id="9" name="Picture 8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21DAE51F-D512-2F5B-BFBB-37DCD0619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496" y="0"/>
            <a:ext cx="8169838" cy="6858000"/>
          </a:xfrm>
          <a:prstGeom prst="rect">
            <a:avLst/>
          </a:prstGeom>
        </p:spPr>
      </p:pic>
      <p:pic>
        <p:nvPicPr>
          <p:cNvPr id="11" name="Picture 10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D923B1C3-1A21-5240-43B0-D002AA73E0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1952" y="0"/>
            <a:ext cx="8200416" cy="6858000"/>
          </a:xfrm>
          <a:prstGeom prst="rect">
            <a:avLst/>
          </a:prstGeom>
        </p:spPr>
      </p:pic>
      <p:pic>
        <p:nvPicPr>
          <p:cNvPr id="3" name="Picture 2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08D66352-73E0-171E-EB18-79016ABF25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097"/>
          <a:stretch/>
        </p:blipFill>
        <p:spPr>
          <a:xfrm>
            <a:off x="16182452" y="0"/>
            <a:ext cx="69302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169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5008E0-DE59-3B45-7CC0-1076E8A04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/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=0.548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+0.452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blipFill>
                <a:blip r:embed="rId3"/>
                <a:stretch>
                  <a:fillRect l="-251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/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=−0.605 </m:t>
                    </m:r>
                    <m:sSubSup>
                      <m:sSubSup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+1.595 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+0.019</m:t>
                    </m:r>
                  </m:oMath>
                </a14:m>
                <a:r>
                  <a:rPr lang="en-PH" sz="2400" dirty="0">
                    <a:solidFill>
                      <a:srgbClr val="DE8F05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blipFill>
                <a:blip r:embed="rId4"/>
                <a:stretch>
                  <a:fillRect l="-1611" t="-5839" b="-948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/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blipFill>
                <a:blip r:embed="rId5"/>
                <a:stretch>
                  <a:fillRect l="-2447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5316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FE496AB-2459-A966-5B76-6E68622E8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/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=0.97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+0.029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blipFill>
                <a:blip r:embed="rId3"/>
                <a:stretch>
                  <a:fillRect l="-283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/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=−0.033 </m:t>
                      </m:r>
                      <m:sSubSup>
                        <m:sSubSup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+1.033 </m:t>
                      </m:r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+0.0</m:t>
                      </m:r>
                    </m:oMath>
                  </m:oMathPara>
                </a14:m>
                <a:endParaRPr lang="en-PH" sz="2400" dirty="0">
                  <a:solidFill>
                    <a:srgbClr val="DE8F05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blipFill>
                <a:blip r:embed="rId4"/>
                <a:stretch>
                  <a:fillRect l="-1847" t="-5797" b="-86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/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blipFill>
                <a:blip r:embed="rId5"/>
                <a:stretch>
                  <a:fillRect l="-2716" t="-5882" r="-340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930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08719BB6-3D08-8D7C-890B-CA68FDB6C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322" y="1874468"/>
            <a:ext cx="8572500" cy="6858000"/>
          </a:xfrm>
          <a:prstGeom prst="rect">
            <a:avLst/>
          </a:prstGeom>
        </p:spPr>
      </p:pic>
      <p:pic>
        <p:nvPicPr>
          <p:cNvPr id="5" name="Picture 4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AF1E56AC-6761-E352-8F85-A558B42C6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322" y="-4271150"/>
            <a:ext cx="85725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A424D0-5871-BBCF-A6A1-BE1C6718EACA}"/>
              </a:ext>
            </a:extLst>
          </p:cNvPr>
          <p:cNvSpPr txBox="1"/>
          <p:nvPr/>
        </p:nvSpPr>
        <p:spPr>
          <a:xfrm>
            <a:off x="2232836" y="-3732028"/>
            <a:ext cx="20733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(a) 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D561DB-4E19-019A-6ADB-B6E10E62447B}"/>
              </a:ext>
            </a:extLst>
          </p:cNvPr>
          <p:cNvSpPr txBox="1"/>
          <p:nvPr/>
        </p:nvSpPr>
        <p:spPr>
          <a:xfrm>
            <a:off x="2232836" y="2586850"/>
            <a:ext cx="2636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(b) L = 128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CCAE341-351E-F42C-E3C7-D973145370C6}"/>
              </a:ext>
            </a:extLst>
          </p:cNvPr>
          <p:cNvGrpSpPr/>
          <p:nvPr/>
        </p:nvGrpSpPr>
        <p:grpSpPr>
          <a:xfrm>
            <a:off x="6442900" y="-2423006"/>
            <a:ext cx="2339557" cy="1075065"/>
            <a:chOff x="6650718" y="-2023962"/>
            <a:chExt cx="1607481" cy="73866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23DD6F2-1D12-09A9-977E-67C2D92A5FA8}"/>
                </a:ext>
              </a:extLst>
            </p:cNvPr>
            <p:cNvSpPr/>
            <p:nvPr/>
          </p:nvSpPr>
          <p:spPr>
            <a:xfrm>
              <a:off x="6650718" y="-1974296"/>
              <a:ext cx="270000" cy="270000"/>
            </a:xfrm>
            <a:prstGeom prst="rect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3C5F28-4F8E-D47B-E537-C7BA83FA37B4}"/>
                </a:ext>
              </a:extLst>
            </p:cNvPr>
            <p:cNvSpPr txBox="1"/>
            <p:nvPr/>
          </p:nvSpPr>
          <p:spPr>
            <a:xfrm>
              <a:off x="6920718" y="-2023962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dirty="0">
                  <a:solidFill>
                    <a:srgbClr val="0173B2"/>
                  </a:solidFill>
                  <a:latin typeface="TeXGyreHeros" panose="00000500000000000000" pitchFamily="50" charset="0"/>
                </a:rPr>
                <a:t>Traditional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9C1F0D6-78CB-05CC-3D7B-D5957278B51F}"/>
                </a:ext>
              </a:extLst>
            </p:cNvPr>
            <p:cNvSpPr/>
            <p:nvPr/>
          </p:nvSpPr>
          <p:spPr>
            <a:xfrm>
              <a:off x="6650718" y="-1555298"/>
              <a:ext cx="270000" cy="270000"/>
            </a:xfrm>
            <a:prstGeom prst="rect">
              <a:avLst/>
            </a:prstGeom>
            <a:solidFill>
              <a:srgbClr val="DE8F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5D8A9C-1214-89FE-1EAF-93528946E540}"/>
                </a:ext>
              </a:extLst>
            </p:cNvPr>
            <p:cNvSpPr txBox="1"/>
            <p:nvPr/>
          </p:nvSpPr>
          <p:spPr>
            <a:xfrm>
              <a:off x="6920718" y="-1604964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dirty="0">
                  <a:solidFill>
                    <a:srgbClr val="DE8F05"/>
                  </a:solidFill>
                  <a:latin typeface="TeXGyreHeros" panose="00000500000000000000" pitchFamily="50" charset="0"/>
                </a:rPr>
                <a:t>Peer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4920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15913</TotalTime>
  <Words>866</Words>
  <Application>Microsoft Office PowerPoint</Application>
  <PresentationFormat>Widescreen</PresentationFormat>
  <Paragraphs>223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TeXGyreHeros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Ioakim Sy</dc:creator>
  <cp:lastModifiedBy>Ioakim Sy</cp:lastModifiedBy>
  <cp:revision>21</cp:revision>
  <dcterms:created xsi:type="dcterms:W3CDTF">2024-05-14T05:57:58Z</dcterms:created>
  <dcterms:modified xsi:type="dcterms:W3CDTF">2025-06-05T00:51:40Z</dcterms:modified>
</cp:coreProperties>
</file>