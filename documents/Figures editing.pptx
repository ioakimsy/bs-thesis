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  <p:sldId id="263" r:id="rId8"/>
    <p:sldId id="262" r:id="rId9"/>
    <p:sldId id="264" r:id="rId10"/>
    <p:sldId id="273" r:id="rId11"/>
    <p:sldId id="265" r:id="rId12"/>
    <p:sldId id="274" r:id="rId13"/>
    <p:sldId id="275" r:id="rId14"/>
    <p:sldId id="276" r:id="rId15"/>
    <p:sldId id="266" r:id="rId16"/>
    <p:sldId id="267" r:id="rId17"/>
    <p:sldId id="277" r:id="rId18"/>
    <p:sldId id="272" r:id="rId19"/>
    <p:sldId id="278" r:id="rId20"/>
    <p:sldId id="279" r:id="rId21"/>
    <p:sldId id="268" r:id="rId22"/>
    <p:sldId id="269" r:id="rId23"/>
    <p:sldId id="270" r:id="rId24"/>
    <p:sldId id="281" r:id="rId25"/>
    <p:sldId id="283" r:id="rId26"/>
    <p:sldId id="285" r:id="rId27"/>
    <p:sldId id="271" r:id="rId28"/>
    <p:sldId id="282" r:id="rId29"/>
    <p:sldId id="284" r:id="rId30"/>
    <p:sldId id="28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9E73"/>
    <a:srgbClr val="DE8F05"/>
    <a:srgbClr val="0173B2"/>
    <a:srgbClr val="CC78BC"/>
    <a:srgbClr val="061A33"/>
    <a:srgbClr val="1F83FF"/>
    <a:srgbClr val="D2E6FF"/>
    <a:srgbClr val="ECBF71"/>
    <a:srgbClr val="E5A83D"/>
    <a:srgbClr val="E094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50" d="100"/>
          <a:sy n="50" d="100"/>
        </p:scale>
        <p:origin x="1879" y="1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E6957-92B9-2836-5F44-985AA6679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A2D996-EA16-ACB6-3AA3-CA57208DDE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49B88-A894-0D55-6D8C-7CF6AC787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08/31/2025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5214B-1328-6B72-4D58-5181C8FE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C2BF6D-BC14-C9F4-1259-2D7F3AB84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0571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793B5-EE8E-2350-CAA2-856BB88BD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748E4-5D28-78A6-1A42-6E9BB5EFC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06983-92E1-0BA9-CA63-AE1636285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08/31/2025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85433-E801-DEE3-3171-ACECF009F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06F87-019A-2EA2-1A2C-0D59750BC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56252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1CC40-2072-166D-93F0-DFBF9849C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AC42B-A161-3FEB-540F-D91F0CEA9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31CBD6-7233-9BF2-D6D5-F1DB1317F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08/31/2025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0A003C-1E1C-20D5-A31B-678C7E9CD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76A0CF-0D3E-A366-6B97-9298DB916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99958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9561D-95B7-FD97-565B-8DBCAC86B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6623E-C1BA-2069-346C-FEC7568E39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89D96-9A6E-477E-34C2-3F553B300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C40CE8-D54B-DDF9-9F85-57FCCEAC5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08/31/2025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558C75-98EB-9EAF-5A3B-FB8B75CF0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301BD-CB26-AB13-1A8F-C6799D717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0386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87B9-09F1-9EAD-1B5A-E527FA89D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0D534-39DF-A433-326C-22DD0453E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BDDEA4-EF5A-E2F7-4A98-59B7DB26C2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AE89D0-9E18-A6E1-7D50-A489B6BAA7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B104EA-FCE6-BFD9-71AE-F11289B6D3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52678A-FA84-AC40-BD4F-EADA975D5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08/31/2025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593989-D476-B4E6-9537-56B24A938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1A704F-7A9D-C42E-3121-D036ABB41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32907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DEDA6-6260-38A2-1858-DF5D604D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3FA1DE-E759-F5C7-0129-B91D05D0D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08/31/2025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1352BD-627A-A287-4B94-F6788C123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42BD35-F755-F42F-89E0-B60EC5E1D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418995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49C948-010E-9B2E-D56F-302FEF020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08/31/2025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851FC-BE99-669A-74F4-A64ADBB7F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084DF-1ED3-24E9-C31F-B922AF2F4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18058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59E42-FD01-CED1-00B6-E1BC378CD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39E38-413A-4387-1879-3ADA317F1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DF04BD-F360-C35E-F0ED-4198FF2AAA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AC2A5-379D-7BD7-D075-30B204B9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08/31/2025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FE7B9-6E1A-42F2-E9AC-C7E09D603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E9A16C-0B63-9D40-2ED0-F08555E8D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14590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63031-F810-E892-7FB7-A4E8A45C2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BF91E-3F1C-90EA-D1BE-9416CE2515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72BE71-3A9D-C392-832B-2CC4025665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C13102-C8FC-F64F-87CE-2D91A41AE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08/31/2025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E992C8-EA5B-13A3-3696-49333A4E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3D1C4-953E-74ED-D4AE-C88F88690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03791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22489-B502-B7EB-AEB9-9180C22AD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928290-D2B2-F576-08C6-599054F29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052B69-5E4B-9B2E-A79B-31A0D4BEA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08/31/2025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2AB0A-2F56-82DB-2C61-7C4CD8183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4CB72-FD23-F398-C881-1B8D5A6AA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95936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85DA41-2C42-E829-2B85-2603C1A5D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882C08-5E03-688A-8AD4-5701A209C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1DCDB-A419-02C9-DEBA-075E4FC9A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08/31/2025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EE1B1F-A225-6610-0DCC-8A3EA6E69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5BFD3E-CA26-BF61-BAF8-6B83FA656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59040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677DEE-4E95-9088-B71E-576EBF992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2ED19-49E8-B956-FC37-6C908A971D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A3202-8035-602C-D558-12B360704D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E9F5A1-C99C-41F9-B991-61D99245B2FF}" type="datetimeFigureOut">
              <a:rPr lang="en-PH" smtClean="0"/>
              <a:t>08/31/2025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CF207-0124-036F-1A02-1A484BE83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B051C3-00A5-EEC2-DABA-4E1F80E49E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86469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1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10" Type="http://schemas.openxmlformats.org/officeDocument/2006/relationships/image" Target="../media/image28.png"/><Relationship Id="rId4" Type="http://schemas.openxmlformats.org/officeDocument/2006/relationships/image" Target="../media/image220.png"/><Relationship Id="rId9" Type="http://schemas.openxmlformats.org/officeDocument/2006/relationships/image" Target="../media/image27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3" Type="http://schemas.openxmlformats.org/officeDocument/2006/relationships/image" Target="../media/image38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17" Type="http://schemas.openxmlformats.org/officeDocument/2006/relationships/image" Target="../media/image56.png"/><Relationship Id="rId2" Type="http://schemas.openxmlformats.org/officeDocument/2006/relationships/image" Target="../media/image37.png"/><Relationship Id="rId16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54.png"/><Relationship Id="rId10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46.png"/><Relationship Id="rId1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9.png"/><Relationship Id="rId3" Type="http://schemas.openxmlformats.org/officeDocument/2006/relationships/image" Target="../media/image38.png"/><Relationship Id="rId7" Type="http://schemas.openxmlformats.org/officeDocument/2006/relationships/image" Target="../media/image44.png"/><Relationship Id="rId12" Type="http://schemas.openxmlformats.org/officeDocument/2006/relationships/image" Target="../media/image58.png"/><Relationship Id="rId2" Type="http://schemas.openxmlformats.org/officeDocument/2006/relationships/image" Target="../media/image37.png"/><Relationship Id="rId16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63.png"/><Relationship Id="rId10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46.png"/><Relationship Id="rId14" Type="http://schemas.openxmlformats.org/officeDocument/2006/relationships/image" Target="../media/image6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7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20.png"/><Relationship Id="rId4" Type="http://schemas.openxmlformats.org/officeDocument/2006/relationships/image" Target="../media/image68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0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70.png"/><Relationship Id="rId4" Type="http://schemas.openxmlformats.org/officeDocument/2006/relationships/image" Target="../media/image76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png"/><Relationship Id="rId4" Type="http://schemas.openxmlformats.org/officeDocument/2006/relationships/image" Target="../media/image7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5.png"/><Relationship Id="rId4" Type="http://schemas.openxmlformats.org/officeDocument/2006/relationships/image" Target="../media/image7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5D98354-572F-FA04-CDD8-7616604BBC6E}"/>
              </a:ext>
            </a:extLst>
          </p:cNvPr>
          <p:cNvGrpSpPr/>
          <p:nvPr/>
        </p:nvGrpSpPr>
        <p:grpSpPr>
          <a:xfrm>
            <a:off x="516218" y="792956"/>
            <a:ext cx="11266297" cy="5272088"/>
            <a:chOff x="342901" y="792956"/>
            <a:chExt cx="11266297" cy="5272088"/>
          </a:xfrm>
        </p:grpSpPr>
        <p:pic>
          <p:nvPicPr>
            <p:cNvPr id="5" name="Picture 4" descr="A graph of different colored lines&#10;&#10;Description automatically generated">
              <a:extLst>
                <a:ext uri="{FF2B5EF4-FFF2-40B4-BE49-F238E27FC236}">
                  <a16:creationId xmlns:a16="http://schemas.microsoft.com/office/drawing/2014/main" id="{D64AE3DB-ECEF-4724-9A37-044DD8713F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31916"/>
            <a:stretch/>
          </p:blipFill>
          <p:spPr>
            <a:xfrm>
              <a:off x="342901" y="792956"/>
              <a:ext cx="5384077" cy="5272088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2419A7-F072-6FD0-2023-32ECCC114395}"/>
                </a:ext>
              </a:extLst>
            </p:cNvPr>
            <p:cNvSpPr txBox="1"/>
            <p:nvPr/>
          </p:nvSpPr>
          <p:spPr>
            <a:xfrm>
              <a:off x="1459744" y="1533857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009BFA"/>
                  </a:solidFill>
                </a:rPr>
                <a:t>T(0.1)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AAECC0E-6A56-7F32-884C-DF2E554842BB}"/>
                </a:ext>
              </a:extLst>
            </p:cNvPr>
            <p:cNvSpPr txBox="1"/>
            <p:nvPr/>
          </p:nvSpPr>
          <p:spPr>
            <a:xfrm>
              <a:off x="1617872" y="2558681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009BFA"/>
                  </a:solidFill>
                </a:rPr>
                <a:t>I(0.1)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88C5E7-D025-335B-0A96-89E083735A1A}"/>
                </a:ext>
              </a:extLst>
            </p:cNvPr>
            <p:cNvSpPr txBox="1"/>
            <p:nvPr/>
          </p:nvSpPr>
          <p:spPr>
            <a:xfrm>
              <a:off x="3223931" y="2770703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E36F47"/>
                  </a:solidFill>
                </a:rPr>
                <a:t>I(0.5)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2F31A4E-5EA4-1E11-54C5-ED7D5C8A3B83}"/>
                </a:ext>
              </a:extLst>
            </p:cNvPr>
            <p:cNvSpPr txBox="1"/>
            <p:nvPr/>
          </p:nvSpPr>
          <p:spPr>
            <a:xfrm>
              <a:off x="4992481" y="3813423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E36F47"/>
                  </a:solidFill>
                </a:rPr>
                <a:t>T(0.5)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EB87AC2-B06F-F2FA-C3BE-622CDFB154CA}"/>
                </a:ext>
              </a:extLst>
            </p:cNvPr>
            <p:cNvSpPr txBox="1"/>
            <p:nvPr/>
          </p:nvSpPr>
          <p:spPr>
            <a:xfrm>
              <a:off x="4935486" y="2997598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3EA44D"/>
                  </a:solidFill>
                </a:rPr>
                <a:t>I(0.9)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ABDCFA-730A-1245-48BF-00B4A0A44C99}"/>
                </a:ext>
              </a:extLst>
            </p:cNvPr>
            <p:cNvSpPr txBox="1"/>
            <p:nvPr/>
          </p:nvSpPr>
          <p:spPr>
            <a:xfrm>
              <a:off x="4783830" y="4692400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3EA44D"/>
                  </a:solidFill>
                </a:rPr>
                <a:t>T(0.9)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BB9629B-B83D-2956-C950-CEAC485101D8}"/>
                </a:ext>
              </a:extLst>
            </p:cNvPr>
            <p:cNvGrpSpPr/>
            <p:nvPr/>
          </p:nvGrpSpPr>
          <p:grpSpPr>
            <a:xfrm>
              <a:off x="6015663" y="1760139"/>
              <a:ext cx="5593535" cy="3115925"/>
              <a:chOff x="6302534" y="1463184"/>
              <a:chExt cx="5593535" cy="3115925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574CDF45-674D-212B-F05B-B77DC96D3A3E}"/>
                  </a:ext>
                </a:extLst>
              </p:cNvPr>
              <p:cNvGrpSpPr/>
              <p:nvPr/>
            </p:nvGrpSpPr>
            <p:grpSpPr>
              <a:xfrm>
                <a:off x="6405261" y="1463184"/>
                <a:ext cx="1758883" cy="1323439"/>
                <a:chOff x="6136416" y="1452402"/>
                <a:chExt cx="1758883" cy="132343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PH" sz="1200" dirty="0"/>
                        <a:t>             </a:t>
                      </a:r>
                      <a:r>
                        <a:rPr lang="en-PH" sz="1600" dirty="0"/>
                        <a:t>Inner corner</a:t>
                      </a:r>
                    </a:p>
                    <a:p>
                      <a:r>
                        <a:rPr lang="en-PH" sz="1600" dirty="0"/>
                        <a:t>          Traditional</a:t>
                      </a:r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=0.1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=0.5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=0.9</m:t>
                          </m:r>
                        </m:oMath>
                      </a14:m>
                      <a:endParaRPr lang="en-PH" sz="12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913"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80E1F7A-B4D5-A0E9-293A-89CD5CF5AB81}"/>
                    </a:ext>
                  </a:extLst>
                </p:cNvPr>
                <p:cNvSpPr/>
                <p:nvPr/>
              </p:nvSpPr>
              <p:spPr>
                <a:xfrm>
                  <a:off x="6323889" y="1554727"/>
                  <a:ext cx="144000" cy="144000"/>
                </a:xfrm>
                <a:prstGeom prst="rect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67A05CB2-74E2-345E-1A15-65F87E94B3C2}"/>
                    </a:ext>
                  </a:extLst>
                </p:cNvPr>
                <p:cNvSpPr/>
                <p:nvPr/>
              </p:nvSpPr>
              <p:spPr>
                <a:xfrm>
                  <a:off x="6323889" y="1784867"/>
                  <a:ext cx="144000" cy="144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651E955-3E25-E09B-C68B-4400ED51527E}"/>
                    </a:ext>
                  </a:extLst>
                </p:cNvPr>
                <p:cNvSpPr/>
                <p:nvPr/>
              </p:nvSpPr>
              <p:spPr>
                <a:xfrm>
                  <a:off x="6290662" y="2040825"/>
                  <a:ext cx="221404" cy="113036"/>
                </a:xfrm>
                <a:prstGeom prst="rect">
                  <a:avLst/>
                </a:prstGeom>
                <a:solidFill>
                  <a:srgbClr val="009BFA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E64826E0-8EC4-B6EF-862A-18989A26D343}"/>
                    </a:ext>
                  </a:extLst>
                </p:cNvPr>
                <p:cNvSpPr/>
                <p:nvPr/>
              </p:nvSpPr>
              <p:spPr>
                <a:xfrm>
                  <a:off x="6290662" y="2286764"/>
                  <a:ext cx="221404" cy="113036"/>
                </a:xfrm>
                <a:prstGeom prst="rect">
                  <a:avLst/>
                </a:prstGeom>
                <a:solidFill>
                  <a:srgbClr val="E36F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4CB1192-8796-8802-A21E-B8CE9A92B390}"/>
                    </a:ext>
                  </a:extLst>
                </p:cNvPr>
                <p:cNvSpPr/>
                <p:nvPr/>
              </p:nvSpPr>
              <p:spPr>
                <a:xfrm>
                  <a:off x="6290662" y="2532704"/>
                  <a:ext cx="221404" cy="113036"/>
                </a:xfrm>
                <a:prstGeom prst="rect">
                  <a:avLst/>
                </a:prstGeom>
                <a:solidFill>
                  <a:srgbClr val="3EA44D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</p:grpSp>
          <p:pic>
            <p:nvPicPr>
              <p:cNvPr id="3" name="Picture 2" descr="A table with numbers and a number in it&#10;&#10;Description automatically generated">
                <a:extLst>
                  <a:ext uri="{FF2B5EF4-FFF2-40B4-BE49-F238E27FC236}">
                    <a16:creationId xmlns:a16="http://schemas.microsoft.com/office/drawing/2014/main" id="{32CDC28B-3560-3B91-6906-5CF65CF4BE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302534" y="2862623"/>
                <a:ext cx="5593535" cy="171648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771841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58F1AD7B-BE9D-07D9-7C73-C0B674476283}"/>
              </a:ext>
            </a:extLst>
          </p:cNvPr>
          <p:cNvGrpSpPr/>
          <p:nvPr/>
        </p:nvGrpSpPr>
        <p:grpSpPr>
          <a:xfrm>
            <a:off x="2211909" y="659847"/>
            <a:ext cx="7534372" cy="5272088"/>
            <a:chOff x="2211909" y="659847"/>
            <a:chExt cx="7534372" cy="5272088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5D98354-572F-FA04-CDD8-7616604BBC6E}"/>
                </a:ext>
              </a:extLst>
            </p:cNvPr>
            <p:cNvGrpSpPr/>
            <p:nvPr/>
          </p:nvGrpSpPr>
          <p:grpSpPr>
            <a:xfrm>
              <a:off x="2211909" y="659847"/>
              <a:ext cx="7534372" cy="5272088"/>
              <a:chOff x="342901" y="792956"/>
              <a:chExt cx="7534372" cy="5272088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D64AE3DB-ECEF-4724-9A37-044DD8713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" t="-76" r="31189" b="76"/>
              <a:stretch/>
            </p:blipFill>
            <p:spPr>
              <a:xfrm>
                <a:off x="342901" y="792956"/>
                <a:ext cx="5438724" cy="5272088"/>
              </a:xfrm>
              <a:prstGeom prst="rect">
                <a:avLst/>
              </a:prstGeom>
            </p:spPr>
          </p:pic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574CDF45-674D-212B-F05B-B77DC96D3A3E}"/>
                  </a:ext>
                </a:extLst>
              </p:cNvPr>
              <p:cNvGrpSpPr/>
              <p:nvPr/>
            </p:nvGrpSpPr>
            <p:grpSpPr>
              <a:xfrm>
                <a:off x="6118390" y="1760139"/>
                <a:ext cx="1758883" cy="1323439"/>
                <a:chOff x="6136416" y="1452402"/>
                <a:chExt cx="1758883" cy="132343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PH" sz="1200" dirty="0"/>
                        <a:t>             </a:t>
                      </a:r>
                      <a:r>
                        <a:rPr lang="en-PH" sz="1600" dirty="0"/>
                        <a:t>Traditional</a:t>
                      </a:r>
                    </a:p>
                    <a:p>
                      <a:r>
                        <a:rPr lang="en-PH" sz="1600" dirty="0"/>
                        <a:t>          Peer (IC)</a:t>
                      </a:r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=0.1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=0.5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=0.9</m:t>
                          </m:r>
                        </m:oMath>
                      </a14:m>
                      <a:endParaRPr lang="en-PH" sz="12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913"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80E1F7A-B4D5-A0E9-293A-89CD5CF5AB81}"/>
                    </a:ext>
                  </a:extLst>
                </p:cNvPr>
                <p:cNvSpPr/>
                <p:nvPr/>
              </p:nvSpPr>
              <p:spPr>
                <a:xfrm>
                  <a:off x="6323889" y="1554727"/>
                  <a:ext cx="144000" cy="1440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67A05CB2-74E2-345E-1A15-65F87E94B3C2}"/>
                    </a:ext>
                  </a:extLst>
                </p:cNvPr>
                <p:cNvSpPr/>
                <p:nvPr/>
              </p:nvSpPr>
              <p:spPr>
                <a:xfrm>
                  <a:off x="6323889" y="1784867"/>
                  <a:ext cx="144000" cy="144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651E955-3E25-E09B-C68B-4400ED51527E}"/>
                    </a:ext>
                  </a:extLst>
                </p:cNvPr>
                <p:cNvSpPr/>
                <p:nvPr/>
              </p:nvSpPr>
              <p:spPr>
                <a:xfrm>
                  <a:off x="6290662" y="2040825"/>
                  <a:ext cx="221404" cy="113036"/>
                </a:xfrm>
                <a:prstGeom prst="rect">
                  <a:avLst/>
                </a:prstGeom>
                <a:solidFill>
                  <a:srgbClr val="009BFA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E64826E0-8EC4-B6EF-862A-18989A26D343}"/>
                    </a:ext>
                  </a:extLst>
                </p:cNvPr>
                <p:cNvSpPr/>
                <p:nvPr/>
              </p:nvSpPr>
              <p:spPr>
                <a:xfrm>
                  <a:off x="6290662" y="2286764"/>
                  <a:ext cx="221404" cy="113036"/>
                </a:xfrm>
                <a:prstGeom prst="rect">
                  <a:avLst/>
                </a:prstGeom>
                <a:solidFill>
                  <a:srgbClr val="E36F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4CB1192-8796-8802-A21E-B8CE9A92B390}"/>
                    </a:ext>
                  </a:extLst>
                </p:cNvPr>
                <p:cNvSpPr/>
                <p:nvPr/>
              </p:nvSpPr>
              <p:spPr>
                <a:xfrm>
                  <a:off x="6290662" y="2532704"/>
                  <a:ext cx="221404" cy="113036"/>
                </a:xfrm>
                <a:prstGeom prst="rect">
                  <a:avLst/>
                </a:prstGeom>
                <a:solidFill>
                  <a:srgbClr val="3EA44D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AEB41825-1E64-ACD0-D79C-6984A85D5A8D}"/>
                    </a:ext>
                  </a:extLst>
                </p:cNvPr>
                <p:cNvSpPr txBox="1"/>
                <p:nvPr/>
              </p:nvSpPr>
              <p:spPr>
                <a:xfrm>
                  <a:off x="3273497" y="1319166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009BFA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=0.1)</m:t>
                      </m:r>
                    </m:oMath>
                  </a14:m>
                  <a:endParaRPr lang="en-PH" sz="1200" dirty="0">
                    <a:solidFill>
                      <a:srgbClr val="009BFA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AEB41825-1E64-ACD0-D79C-6984A85D5A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3497" y="1319166"/>
                  <a:ext cx="1707614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357" b="-15217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7F38430B-E3B0-E124-5216-854901F2D14F}"/>
                    </a:ext>
                  </a:extLst>
                </p:cNvPr>
                <p:cNvSpPr txBox="1"/>
                <p:nvPr/>
              </p:nvSpPr>
              <p:spPr>
                <a:xfrm>
                  <a:off x="4019386" y="2240911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009BFA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=0.1)</m:t>
                      </m:r>
                    </m:oMath>
                  </a14:m>
                  <a:endParaRPr lang="en-PH" sz="1200" dirty="0">
                    <a:solidFill>
                      <a:srgbClr val="009BFA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7F38430B-E3B0-E124-5216-854901F2D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9386" y="2240911"/>
                  <a:ext cx="1307000" cy="276999"/>
                </a:xfrm>
                <a:prstGeom prst="rect">
                  <a:avLst/>
                </a:prstGeom>
                <a:blipFill>
                  <a:blip r:embed="rId5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17BF005-4031-913A-7CB5-BDD1C0D326F7}"/>
                    </a:ext>
                  </a:extLst>
                </p:cNvPr>
                <p:cNvSpPr txBox="1"/>
                <p:nvPr/>
              </p:nvSpPr>
              <p:spPr>
                <a:xfrm>
                  <a:off x="3119772" y="4528842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3EA44D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3EA44D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17BF005-4031-913A-7CB5-BDD1C0D326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9772" y="4528842"/>
                  <a:ext cx="1707614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357"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A964B9E-EFD2-AB02-D13A-BF825C30289D}"/>
                    </a:ext>
                  </a:extLst>
                </p:cNvPr>
                <p:cNvSpPr txBox="1"/>
                <p:nvPr/>
              </p:nvSpPr>
              <p:spPr>
                <a:xfrm>
                  <a:off x="6227197" y="3022923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3EA44D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3EA44D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A964B9E-EFD2-AB02-D13A-BF825C302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7197" y="3022923"/>
                  <a:ext cx="1307000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467"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5E5224-9A9A-EDDD-DFBF-8A3DC4FC83B3}"/>
                    </a:ext>
                  </a:extLst>
                </p:cNvPr>
                <p:cNvSpPr txBox="1"/>
                <p:nvPr/>
              </p:nvSpPr>
              <p:spPr>
                <a:xfrm>
                  <a:off x="5144704" y="3774793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E36F47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E36F47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5E5224-9A9A-EDDD-DFBF-8A3DC4FC8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4704" y="3774793"/>
                  <a:ext cx="1707614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357" b="-15217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D1F3F05-E7F4-8DB4-685F-B26E51EA604B}"/>
                    </a:ext>
                  </a:extLst>
                </p:cNvPr>
                <p:cNvSpPr txBox="1"/>
                <p:nvPr/>
              </p:nvSpPr>
              <p:spPr>
                <a:xfrm>
                  <a:off x="4542846" y="2755162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E36F47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E36F47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D1F3F05-E7F4-8DB4-685F-B26E51EA60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42846" y="2755162"/>
                  <a:ext cx="1307000" cy="276999"/>
                </a:xfrm>
                <a:prstGeom prst="rect">
                  <a:avLst/>
                </a:prstGeom>
                <a:blipFill>
                  <a:blip r:embed="rId9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3818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A9068F-CA68-51F8-6FFD-463982A25DA3}"/>
              </a:ext>
            </a:extLst>
          </p:cNvPr>
          <p:cNvSpPr/>
          <p:nvPr/>
        </p:nvSpPr>
        <p:spPr>
          <a:xfrm>
            <a:off x="575733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5F81CC-2722-0ED8-303D-42480B408F13}"/>
              </a:ext>
            </a:extLst>
          </p:cNvPr>
          <p:cNvSpPr/>
          <p:nvPr/>
        </p:nvSpPr>
        <p:spPr>
          <a:xfrm>
            <a:off x="4376810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B1F4B4-B261-F312-35CC-AC5B0D2C4CA9}"/>
              </a:ext>
            </a:extLst>
          </p:cNvPr>
          <p:cNvSpPr/>
          <p:nvPr/>
        </p:nvSpPr>
        <p:spPr>
          <a:xfrm>
            <a:off x="8177888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0FF252F-EB0A-3EA2-1C69-1E4DDD4AAFB3}"/>
              </a:ext>
            </a:extLst>
          </p:cNvPr>
          <p:cNvSpPr/>
          <p:nvPr/>
        </p:nvSpPr>
        <p:spPr>
          <a:xfrm>
            <a:off x="1475733" y="2907810"/>
            <a:ext cx="168388" cy="1722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8C2E593-A8A6-B49D-CDFF-8CE755D82B6C}"/>
              </a:ext>
            </a:extLst>
          </p:cNvPr>
          <p:cNvSpPr/>
          <p:nvPr/>
        </p:nvSpPr>
        <p:spPr>
          <a:xfrm>
            <a:off x="3107345" y="4535524"/>
            <a:ext cx="168388" cy="1722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ADE819C-1FF7-A7B0-6D98-8CB3420B2E52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575733" y="2007810"/>
            <a:ext cx="924660" cy="925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5D86978-D59C-834A-2001-79B1022E8736}"/>
              </a:ext>
            </a:extLst>
          </p:cNvPr>
          <p:cNvCxnSpPr>
            <a:cxnSpLocks/>
            <a:stCxn id="5" idx="5"/>
          </p:cNvCxnSpPr>
          <p:nvPr/>
        </p:nvCxnSpPr>
        <p:spPr>
          <a:xfrm>
            <a:off x="1619461" y="3054865"/>
            <a:ext cx="756271" cy="752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43654D-F6B9-2C34-4008-24B66741FEC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2375732" y="3807809"/>
            <a:ext cx="756273" cy="752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C0406D-0B73-29A8-0603-3EC74A070FBC}"/>
              </a:ext>
            </a:extLst>
          </p:cNvPr>
          <p:cNvCxnSpPr>
            <a:cxnSpLocks/>
            <a:stCxn id="6" idx="5"/>
          </p:cNvCxnSpPr>
          <p:nvPr/>
        </p:nvCxnSpPr>
        <p:spPr>
          <a:xfrm>
            <a:off x="3251073" y="4682579"/>
            <a:ext cx="924660" cy="925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9B59187-5EA0-78F3-6996-B5858FCDAF62}"/>
              </a:ext>
            </a:extLst>
          </p:cNvPr>
          <p:cNvGrpSpPr/>
          <p:nvPr/>
        </p:nvGrpSpPr>
        <p:grpSpPr>
          <a:xfrm rot="16200000">
            <a:off x="558892" y="2010270"/>
            <a:ext cx="3600000" cy="3600000"/>
            <a:chOff x="728133" y="2160210"/>
            <a:chExt cx="3600000" cy="360000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7176AD-AE63-C7DD-60BB-5CD6662C3971}"/>
                </a:ext>
              </a:extLst>
            </p:cNvPr>
            <p:cNvSpPr/>
            <p:nvPr/>
          </p:nvSpPr>
          <p:spPr>
            <a:xfrm>
              <a:off x="1628133" y="3060210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8603B28-DBCF-431F-969E-2B909D7E1391}"/>
                </a:ext>
              </a:extLst>
            </p:cNvPr>
            <p:cNvSpPr/>
            <p:nvPr/>
          </p:nvSpPr>
          <p:spPr>
            <a:xfrm>
              <a:off x="3259745" y="4687924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1FD65D-9448-6B8F-07BF-C1981CD986F0}"/>
                </a:ext>
              </a:extLst>
            </p:cNvPr>
            <p:cNvCxnSpPr>
              <a:cxnSpLocks/>
              <a:stCxn id="12" idx="1"/>
            </p:cNvCxnSpPr>
            <p:nvPr/>
          </p:nvCxnSpPr>
          <p:spPr>
            <a:xfrm flipH="1" flipV="1">
              <a:off x="728133" y="2160210"/>
              <a:ext cx="924660" cy="9252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9D4461A-FD0B-61BE-565B-E5EC027AE3A8}"/>
                </a:ext>
              </a:extLst>
            </p:cNvPr>
            <p:cNvCxnSpPr>
              <a:cxnSpLocks/>
              <a:stCxn id="12" idx="5"/>
            </p:cNvCxnSpPr>
            <p:nvPr/>
          </p:nvCxnSpPr>
          <p:spPr>
            <a:xfrm>
              <a:off x="1771861" y="3207265"/>
              <a:ext cx="756271" cy="7529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43816CF-49F8-5532-FC25-AA5E7B18216B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2528132" y="3960209"/>
              <a:ext cx="756273" cy="7529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285EC25-59C5-8553-FA7D-87057E562D7E}"/>
                </a:ext>
              </a:extLst>
            </p:cNvPr>
            <p:cNvCxnSpPr>
              <a:cxnSpLocks/>
              <a:stCxn id="13" idx="5"/>
            </p:cNvCxnSpPr>
            <p:nvPr/>
          </p:nvCxnSpPr>
          <p:spPr>
            <a:xfrm>
              <a:off x="3403473" y="4834979"/>
              <a:ext cx="924660" cy="9252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Oval 18">
            <a:extLst>
              <a:ext uri="{FF2B5EF4-FFF2-40B4-BE49-F238E27FC236}">
                <a16:creationId xmlns:a16="http://schemas.microsoft.com/office/drawing/2014/main" id="{565EF036-2AD5-C40A-8A88-1776DA4F9076}"/>
              </a:ext>
            </a:extLst>
          </p:cNvPr>
          <p:cNvSpPr/>
          <p:nvPr/>
        </p:nvSpPr>
        <p:spPr>
          <a:xfrm>
            <a:off x="5916000" y="3627809"/>
            <a:ext cx="360000" cy="36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A0DD4B1-6E57-954F-8C64-F2B33F56A92D}"/>
              </a:ext>
            </a:extLst>
          </p:cNvPr>
          <p:cNvCxnSpPr>
            <a:stCxn id="19" idx="1"/>
          </p:cNvCxnSpPr>
          <p:nvPr/>
        </p:nvCxnSpPr>
        <p:spPr>
          <a:xfrm flipH="1" flipV="1">
            <a:off x="4376810" y="2007810"/>
            <a:ext cx="1591911" cy="1672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3A16F7-87F9-D227-4F0C-C175CE1F8E9F}"/>
              </a:ext>
            </a:extLst>
          </p:cNvPr>
          <p:cNvCxnSpPr>
            <a:stCxn id="19" idx="7"/>
          </p:cNvCxnSpPr>
          <p:nvPr/>
        </p:nvCxnSpPr>
        <p:spPr>
          <a:xfrm flipV="1">
            <a:off x="6223279" y="2007810"/>
            <a:ext cx="1719809" cy="1672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DD580E-C8B6-C372-9A01-8CD49FB945CE}"/>
              </a:ext>
            </a:extLst>
          </p:cNvPr>
          <p:cNvCxnSpPr>
            <a:stCxn id="19" idx="3"/>
          </p:cNvCxnSpPr>
          <p:nvPr/>
        </p:nvCxnSpPr>
        <p:spPr>
          <a:xfrm flipH="1">
            <a:off x="4413504" y="3935088"/>
            <a:ext cx="1555217" cy="164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FF0F42-CFFF-BB0B-2BCA-EF6A6ED3788D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6223279" y="3935088"/>
            <a:ext cx="1727171" cy="16528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DB945A88-3D67-D254-0D8F-61DE87F8FFE5}"/>
              </a:ext>
            </a:extLst>
          </p:cNvPr>
          <p:cNvSpPr/>
          <p:nvPr/>
        </p:nvSpPr>
        <p:spPr>
          <a:xfrm>
            <a:off x="8087887" y="191781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72DAEA7-AB5C-66B2-15CE-7333D9AAEB51}"/>
              </a:ext>
            </a:extLst>
          </p:cNvPr>
          <p:cNvSpPr/>
          <p:nvPr/>
        </p:nvSpPr>
        <p:spPr>
          <a:xfrm>
            <a:off x="8087887" y="5497899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1C16AAE-B7B7-9E61-4CA3-CFEF3A41AFF3}"/>
              </a:ext>
            </a:extLst>
          </p:cNvPr>
          <p:cNvSpPr/>
          <p:nvPr/>
        </p:nvSpPr>
        <p:spPr>
          <a:xfrm>
            <a:off x="11682604" y="551781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BEDD6C5-FC60-8672-F243-C44B9C038E8F}"/>
              </a:ext>
            </a:extLst>
          </p:cNvPr>
          <p:cNvSpPr/>
          <p:nvPr/>
        </p:nvSpPr>
        <p:spPr>
          <a:xfrm>
            <a:off x="11682604" y="192543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06591B7-F67E-5AEB-CE05-BCF816178908}"/>
              </a:ext>
            </a:extLst>
          </p:cNvPr>
          <p:cNvCxnSpPr>
            <a:cxnSpLocks/>
            <a:stCxn id="25" idx="5"/>
          </p:cNvCxnSpPr>
          <p:nvPr/>
        </p:nvCxnSpPr>
        <p:spPr>
          <a:xfrm>
            <a:off x="8241527" y="2071450"/>
            <a:ext cx="1736361" cy="1736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9E4B417-9D3D-274F-DA60-D68A773197AC}"/>
              </a:ext>
            </a:extLst>
          </p:cNvPr>
          <p:cNvCxnSpPr>
            <a:stCxn id="26" idx="7"/>
          </p:cNvCxnSpPr>
          <p:nvPr/>
        </p:nvCxnSpPr>
        <p:spPr>
          <a:xfrm flipV="1">
            <a:off x="8241527" y="3794631"/>
            <a:ext cx="1731075" cy="1729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BD96F9A-058E-1362-6345-D25652237610}"/>
              </a:ext>
            </a:extLst>
          </p:cNvPr>
          <p:cNvCxnSpPr>
            <a:cxnSpLocks/>
            <a:stCxn id="28" idx="3"/>
          </p:cNvCxnSpPr>
          <p:nvPr/>
        </p:nvCxnSpPr>
        <p:spPr>
          <a:xfrm flipH="1">
            <a:off x="9983174" y="2079070"/>
            <a:ext cx="1725790" cy="17287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E334835-E3F1-0EA9-D6CC-D73BC5B62186}"/>
              </a:ext>
            </a:extLst>
          </p:cNvPr>
          <p:cNvCxnSpPr>
            <a:stCxn id="27" idx="1"/>
          </p:cNvCxnSpPr>
          <p:nvPr/>
        </p:nvCxnSpPr>
        <p:spPr>
          <a:xfrm flipH="1" flipV="1">
            <a:off x="9972602" y="3794631"/>
            <a:ext cx="1736362" cy="17495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A6F537-8A84-BD14-80B3-C93C5F3BB147}"/>
              </a:ext>
            </a:extLst>
          </p:cNvPr>
          <p:cNvSpPr txBox="1"/>
          <p:nvPr/>
        </p:nvSpPr>
        <p:spPr>
          <a:xfrm>
            <a:off x="558892" y="1458469"/>
            <a:ext cx="3616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Inner corner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374645-87A3-4FAA-446A-5702AEDAF4BC}"/>
              </a:ext>
            </a:extLst>
          </p:cNvPr>
          <p:cNvSpPr txBox="1"/>
          <p:nvPr/>
        </p:nvSpPr>
        <p:spPr>
          <a:xfrm>
            <a:off x="4376810" y="1458469"/>
            <a:ext cx="3566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Center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87BC27-5805-86B2-548B-CE0A237F7E57}"/>
              </a:ext>
            </a:extLst>
          </p:cNvPr>
          <p:cNvSpPr txBox="1"/>
          <p:nvPr/>
        </p:nvSpPr>
        <p:spPr>
          <a:xfrm>
            <a:off x="8217636" y="1458469"/>
            <a:ext cx="360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Outer corner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A6CE1E-1D23-5015-60CD-663DE051A7E6}"/>
                  </a:ext>
                </a:extLst>
              </p:cNvPr>
              <p:cNvSpPr txBox="1"/>
              <p:nvPr/>
            </p:nvSpPr>
            <p:spPr>
              <a:xfrm>
                <a:off x="5544201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A6CE1E-1D23-5015-60CD-663DE051A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4201" y="2397291"/>
                <a:ext cx="1265218" cy="5818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0F12B26-BAF7-FA36-88A9-38D041463695}"/>
                  </a:ext>
                </a:extLst>
              </p:cNvPr>
              <p:cNvSpPr txBox="1"/>
              <p:nvPr/>
            </p:nvSpPr>
            <p:spPr>
              <a:xfrm>
                <a:off x="9345279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0F12B26-BAF7-FA36-88A9-38D041463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5279" y="2397291"/>
                <a:ext cx="1265218" cy="5818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1145CDE-3A4D-791A-549A-EEA152603431}"/>
                  </a:ext>
                </a:extLst>
              </p:cNvPr>
              <p:cNvSpPr txBox="1"/>
              <p:nvPr/>
            </p:nvSpPr>
            <p:spPr>
              <a:xfrm>
                <a:off x="1743124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1145CDE-3A4D-791A-549A-EEA1526034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3124" y="2397291"/>
                <a:ext cx="1265218" cy="5818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2023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024ABE80-B688-EAFB-2E1A-25206AB8EFBA}"/>
              </a:ext>
            </a:extLst>
          </p:cNvPr>
          <p:cNvGrpSpPr/>
          <p:nvPr/>
        </p:nvGrpSpPr>
        <p:grpSpPr>
          <a:xfrm>
            <a:off x="1724392" y="48425"/>
            <a:ext cx="2833282" cy="3250419"/>
            <a:chOff x="558891" y="1458469"/>
            <a:chExt cx="3616842" cy="414934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1A9068F-CA68-51F8-6FFD-463982A25DA3}"/>
                </a:ext>
              </a:extLst>
            </p:cNvPr>
            <p:cNvSpPr/>
            <p:nvPr/>
          </p:nvSpPr>
          <p:spPr>
            <a:xfrm>
              <a:off x="575733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0FF252F-EB0A-3EA2-1C69-1E4DDD4AAFB3}"/>
                </a:ext>
              </a:extLst>
            </p:cNvPr>
            <p:cNvSpPr/>
            <p:nvPr/>
          </p:nvSpPr>
          <p:spPr>
            <a:xfrm>
              <a:off x="1475733" y="2907810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C2E593-A8A6-B49D-CDFF-8CE755D82B6C}"/>
                </a:ext>
              </a:extLst>
            </p:cNvPr>
            <p:cNvSpPr/>
            <p:nvPr/>
          </p:nvSpPr>
          <p:spPr>
            <a:xfrm>
              <a:off x="3107345" y="4535524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9B59187-5EA0-78F3-6996-B5858FCDAF62}"/>
                </a:ext>
              </a:extLst>
            </p:cNvPr>
            <p:cNvGrpSpPr/>
            <p:nvPr/>
          </p:nvGrpSpPr>
          <p:grpSpPr>
            <a:xfrm rot="16200000">
              <a:off x="1458892" y="2910270"/>
              <a:ext cx="1800000" cy="1800000"/>
              <a:chOff x="1628133" y="3060210"/>
              <a:chExt cx="1800000" cy="1800000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87176AD-AE63-C7DD-60BB-5CD6662C3971}"/>
                  </a:ext>
                </a:extLst>
              </p:cNvPr>
              <p:cNvSpPr/>
              <p:nvPr/>
            </p:nvSpPr>
            <p:spPr>
              <a:xfrm>
                <a:off x="1628133" y="3060210"/>
                <a:ext cx="168388" cy="17228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8603B28-DBCF-431F-969E-2B909D7E1391}"/>
                  </a:ext>
                </a:extLst>
              </p:cNvPr>
              <p:cNvSpPr/>
              <p:nvPr/>
            </p:nvSpPr>
            <p:spPr>
              <a:xfrm>
                <a:off x="3259745" y="4687924"/>
                <a:ext cx="168388" cy="17228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1A6F537-8A84-BD14-80B3-C93C5F3BB147}"/>
                </a:ext>
              </a:extLst>
            </p:cNvPr>
            <p:cNvSpPr txBox="1"/>
            <p:nvPr/>
          </p:nvSpPr>
          <p:spPr>
            <a:xfrm>
              <a:off x="558891" y="1458469"/>
              <a:ext cx="3616841" cy="523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Inner corner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F8876-AC69-661B-5DCD-2307B4069371}"/>
              </a:ext>
            </a:extLst>
          </p:cNvPr>
          <p:cNvGrpSpPr/>
          <p:nvPr/>
        </p:nvGrpSpPr>
        <p:grpSpPr>
          <a:xfrm>
            <a:off x="4801016" y="48425"/>
            <a:ext cx="2820088" cy="3250419"/>
            <a:chOff x="4376810" y="1458469"/>
            <a:chExt cx="3600000" cy="414934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A5F81CC-2722-0ED8-303D-42480B408F13}"/>
                </a:ext>
              </a:extLst>
            </p:cNvPr>
            <p:cNvSpPr/>
            <p:nvPr/>
          </p:nvSpPr>
          <p:spPr>
            <a:xfrm>
              <a:off x="4376810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65EF036-2AD5-C40A-8A88-1776DA4F9076}"/>
                </a:ext>
              </a:extLst>
            </p:cNvPr>
            <p:cNvSpPr/>
            <p:nvPr/>
          </p:nvSpPr>
          <p:spPr>
            <a:xfrm>
              <a:off x="5916000" y="3627809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8374645-87A3-4FAA-446A-5702AEDAF4BC}"/>
                </a:ext>
              </a:extLst>
            </p:cNvPr>
            <p:cNvSpPr txBox="1"/>
            <p:nvPr/>
          </p:nvSpPr>
          <p:spPr>
            <a:xfrm>
              <a:off x="4376810" y="1458469"/>
              <a:ext cx="356627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Center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A6BB1C2-FE82-FA47-FE33-2EFADA54B747}"/>
              </a:ext>
            </a:extLst>
          </p:cNvPr>
          <p:cNvGrpSpPr/>
          <p:nvPr/>
        </p:nvGrpSpPr>
        <p:grpSpPr>
          <a:xfrm>
            <a:off x="1662555" y="3297717"/>
            <a:ext cx="2956954" cy="3320921"/>
            <a:chOff x="8087887" y="1458469"/>
            <a:chExt cx="3774717" cy="423934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1B1F4B4-B261-F312-35CC-AC5B0D2C4CA9}"/>
                </a:ext>
              </a:extLst>
            </p:cNvPr>
            <p:cNvSpPr/>
            <p:nvPr/>
          </p:nvSpPr>
          <p:spPr>
            <a:xfrm>
              <a:off x="8177888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B945A88-3D67-D254-0D8F-61DE87F8FFE5}"/>
                </a:ext>
              </a:extLst>
            </p:cNvPr>
            <p:cNvSpPr/>
            <p:nvPr/>
          </p:nvSpPr>
          <p:spPr>
            <a:xfrm>
              <a:off x="8087887" y="191781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72DAEA7-AB5C-66B2-15CE-7333D9AAEB51}"/>
                </a:ext>
              </a:extLst>
            </p:cNvPr>
            <p:cNvSpPr/>
            <p:nvPr/>
          </p:nvSpPr>
          <p:spPr>
            <a:xfrm>
              <a:off x="8087887" y="5497899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1C16AAE-B7B7-9E61-4CA3-CFEF3A41AFF3}"/>
                </a:ext>
              </a:extLst>
            </p:cNvPr>
            <p:cNvSpPr/>
            <p:nvPr/>
          </p:nvSpPr>
          <p:spPr>
            <a:xfrm>
              <a:off x="11682604" y="551781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BEDD6C5-FC60-8672-F243-C44B9C038E8F}"/>
                </a:ext>
              </a:extLst>
            </p:cNvPr>
            <p:cNvSpPr/>
            <p:nvPr/>
          </p:nvSpPr>
          <p:spPr>
            <a:xfrm>
              <a:off x="11682604" y="192543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87BC27-5805-86B2-548B-CE0A237F7E57}"/>
                </a:ext>
              </a:extLst>
            </p:cNvPr>
            <p:cNvSpPr txBox="1"/>
            <p:nvPr/>
          </p:nvSpPr>
          <p:spPr>
            <a:xfrm>
              <a:off x="8217636" y="1458469"/>
              <a:ext cx="36000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Outer corner</a:t>
              </a:r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5F70AB6-97EC-C46A-AA15-4E2B3FA22565}"/>
              </a:ext>
            </a:extLst>
          </p:cNvPr>
          <p:cNvSpPr/>
          <p:nvPr/>
        </p:nvSpPr>
        <p:spPr>
          <a:xfrm>
            <a:off x="4803086" y="3711159"/>
            <a:ext cx="2820088" cy="282008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F2F056E-6BCE-7C83-88BF-8FAC35381A96}"/>
              </a:ext>
            </a:extLst>
          </p:cNvPr>
          <p:cNvSpPr/>
          <p:nvPr/>
        </p:nvSpPr>
        <p:spPr>
          <a:xfrm>
            <a:off x="6740453" y="4163877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6E2EDE4-04E9-D535-EB57-B671EF097EAC}"/>
              </a:ext>
            </a:extLst>
          </p:cNvPr>
          <p:cNvSpPr/>
          <p:nvPr/>
        </p:nvSpPr>
        <p:spPr>
          <a:xfrm>
            <a:off x="5658413" y="5351677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6789DF2-9CF2-DA27-28A2-21CB43988979}"/>
              </a:ext>
            </a:extLst>
          </p:cNvPr>
          <p:cNvSpPr/>
          <p:nvPr/>
        </p:nvSpPr>
        <p:spPr>
          <a:xfrm>
            <a:off x="7178963" y="6133085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2DB6914-E998-743F-5D8A-17D59D7D08CB}"/>
              </a:ext>
            </a:extLst>
          </p:cNvPr>
          <p:cNvSpPr/>
          <p:nvPr/>
        </p:nvSpPr>
        <p:spPr>
          <a:xfrm>
            <a:off x="5461056" y="4898064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ACC8E5-16C4-8C73-33B3-7841DF17B273}"/>
              </a:ext>
            </a:extLst>
          </p:cNvPr>
          <p:cNvSpPr txBox="1"/>
          <p:nvPr/>
        </p:nvSpPr>
        <p:spPr>
          <a:xfrm>
            <a:off x="4834223" y="3280828"/>
            <a:ext cx="28200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2626063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FF7CAB8-A963-B5D7-5247-3B927CBC6E39}"/>
                  </a:ext>
                </a:extLst>
              </p:cNvPr>
              <p:cNvSpPr/>
              <p:nvPr/>
            </p:nvSpPr>
            <p:spPr>
              <a:xfrm>
                <a:off x="236168" y="365601"/>
                <a:ext cx="1951349" cy="1263192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PH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FF7CAB8-A963-B5D7-5247-3B927CBC6E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68" y="365601"/>
                <a:ext cx="1951349" cy="1263192"/>
              </a:xfrm>
              <a:prstGeom prst="flowChartProcess">
                <a:avLst/>
              </a:prstGeom>
              <a:blipFill>
                <a:blip r:embed="rId2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51E95C1-A424-0C90-8ACB-BF8C658A40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2187517" y="997197"/>
            <a:ext cx="6457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Flowchart: Process 4">
                <a:extLst>
                  <a:ext uri="{FF2B5EF4-FFF2-40B4-BE49-F238E27FC236}">
                    <a16:creationId xmlns:a16="http://schemas.microsoft.com/office/drawing/2014/main" id="{B5906102-D57E-9466-EC52-10EB4BAF791A}"/>
                  </a:ext>
                </a:extLst>
              </p:cNvPr>
              <p:cNvSpPr/>
              <p:nvPr/>
            </p:nvSpPr>
            <p:spPr>
              <a:xfrm>
                <a:off x="2833252" y="365601"/>
                <a:ext cx="2460400" cy="1263192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dirty="0"/>
              </a:p>
            </p:txBody>
          </p:sp>
        </mc:Choice>
        <mc:Fallback xmlns="">
          <p:sp>
            <p:nvSpPr>
              <p:cNvPr id="5" name="Flowchart: Process 4">
                <a:extLst>
                  <a:ext uri="{FF2B5EF4-FFF2-40B4-BE49-F238E27FC236}">
                    <a16:creationId xmlns:a16="http://schemas.microsoft.com/office/drawing/2014/main" id="{B5906102-D57E-9466-EC52-10EB4BAF79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3252" y="365601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DF73BBC4-041E-7823-414F-184123D75EB3}"/>
                  </a:ext>
                </a:extLst>
              </p:cNvPr>
              <p:cNvSpPr/>
              <p:nvPr/>
            </p:nvSpPr>
            <p:spPr>
              <a:xfrm>
                <a:off x="8545161" y="365601"/>
                <a:ext cx="4619134" cy="1263193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Set neighborhood as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PH" i="1" dirty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PH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 ∀</m:t>
                      </m:r>
                      <m:d>
                        <m:dPr>
                          <m:ctrlPr>
                            <a:rPr lang="en-PH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∈{−1,0,1}} </m:t>
                      </m:r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DF73BBC4-041E-7823-414F-184123D75E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5161" y="365601"/>
                <a:ext cx="4619134" cy="1263193"/>
              </a:xfrm>
              <a:prstGeom prst="flowChart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B1A294B-DA86-A728-9DB5-5510AD4AA7B2}"/>
              </a:ext>
            </a:extLst>
          </p:cNvPr>
          <p:cNvCxnSpPr>
            <a:cxnSpLocks/>
            <a:stCxn id="5" idx="3"/>
            <a:endCxn id="38" idx="1"/>
          </p:cNvCxnSpPr>
          <p:nvPr/>
        </p:nvCxnSpPr>
        <p:spPr>
          <a:xfrm>
            <a:off x="5293652" y="997197"/>
            <a:ext cx="5657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Flowchart: Process 19">
                <a:extLst>
                  <a:ext uri="{FF2B5EF4-FFF2-40B4-BE49-F238E27FC236}">
                    <a16:creationId xmlns:a16="http://schemas.microsoft.com/office/drawing/2014/main" id="{02C75369-BC7C-B6C1-A2ED-7E239E6245EF}"/>
                  </a:ext>
                </a:extLst>
              </p:cNvPr>
              <p:cNvSpPr/>
              <p:nvPr/>
            </p:nvSpPr>
            <p:spPr>
              <a:xfrm>
                <a:off x="8304777" y="2347583"/>
                <a:ext cx="5099902" cy="1263193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=1 − 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[1−(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0" name="Flowchart: Process 19">
                <a:extLst>
                  <a:ext uri="{FF2B5EF4-FFF2-40B4-BE49-F238E27FC236}">
                    <a16:creationId xmlns:a16="http://schemas.microsoft.com/office/drawing/2014/main" id="{02C75369-BC7C-B6C1-A2ED-7E239E6245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4777" y="2347583"/>
                <a:ext cx="5099902" cy="1263193"/>
              </a:xfrm>
              <a:prstGeom prst="flowChartProcess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E84267-0681-6162-4F68-1D0A38A2C28D}"/>
              </a:ext>
            </a:extLst>
          </p:cNvPr>
          <p:cNvCxnSpPr>
            <a:stCxn id="13" idx="2"/>
            <a:endCxn id="20" idx="0"/>
          </p:cNvCxnSpPr>
          <p:nvPr/>
        </p:nvCxnSpPr>
        <p:spPr>
          <a:xfrm>
            <a:off x="10854728" y="1628794"/>
            <a:ext cx="0" cy="718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Flowchart: Decision 23">
                <a:extLst>
                  <a:ext uri="{FF2B5EF4-FFF2-40B4-BE49-F238E27FC236}">
                    <a16:creationId xmlns:a16="http://schemas.microsoft.com/office/drawing/2014/main" id="{C5CEF25D-6529-C555-DE67-FDE9F7286C93}"/>
                  </a:ext>
                </a:extLst>
              </p:cNvPr>
              <p:cNvSpPr/>
              <p:nvPr/>
            </p:nvSpPr>
            <p:spPr>
              <a:xfrm>
                <a:off x="9747177" y="3973154"/>
                <a:ext cx="2215103" cy="2152846"/>
              </a:xfrm>
              <a:prstGeom prst="flowChartDecisi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dirty="0"/>
                  <a:t> is a random number</a:t>
                </a:r>
              </a:p>
            </p:txBody>
          </p:sp>
        </mc:Choice>
        <mc:Fallback xmlns="">
          <p:sp>
            <p:nvSpPr>
              <p:cNvPr id="24" name="Flowchart: Decision 23">
                <a:extLst>
                  <a:ext uri="{FF2B5EF4-FFF2-40B4-BE49-F238E27FC236}">
                    <a16:creationId xmlns:a16="http://schemas.microsoft.com/office/drawing/2014/main" id="{C5CEF25D-6529-C555-DE67-FDE9F7286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7177" y="3973154"/>
                <a:ext cx="2215103" cy="215284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Flowchart: Decision 37">
                <a:extLst>
                  <a:ext uri="{FF2B5EF4-FFF2-40B4-BE49-F238E27FC236}">
                    <a16:creationId xmlns:a16="http://schemas.microsoft.com/office/drawing/2014/main" id="{649DA733-EE41-431B-3B7D-AC760165A0C0}"/>
                  </a:ext>
                </a:extLst>
              </p:cNvPr>
              <p:cNvSpPr/>
              <p:nvPr/>
            </p:nvSpPr>
            <p:spPr>
              <a:xfrm>
                <a:off x="5859371" y="140109"/>
                <a:ext cx="1836171" cy="1714176"/>
              </a:xfrm>
              <a:prstGeom prst="flowChartDecisi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8" name="Flowchart: Decision 37">
                <a:extLst>
                  <a:ext uri="{FF2B5EF4-FFF2-40B4-BE49-F238E27FC236}">
                    <a16:creationId xmlns:a16="http://schemas.microsoft.com/office/drawing/2014/main" id="{649DA733-EE41-431B-3B7D-AC760165A0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9371" y="140109"/>
                <a:ext cx="1836171" cy="1714176"/>
              </a:xfrm>
              <a:prstGeom prst="flowChartDecision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14FC256-E789-995B-5BF9-34D774A477B3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>
            <a:off x="7695542" y="997197"/>
            <a:ext cx="84961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Flowchart: Process 85">
                <a:extLst>
                  <a:ext uri="{FF2B5EF4-FFF2-40B4-BE49-F238E27FC236}">
                    <a16:creationId xmlns:a16="http://schemas.microsoft.com/office/drawing/2014/main" id="{A5C84D54-EC74-90CE-78D7-0F8929B490A9}"/>
                  </a:ext>
                </a:extLst>
              </p:cNvPr>
              <p:cNvSpPr/>
              <p:nvPr/>
            </p:nvSpPr>
            <p:spPr>
              <a:xfrm>
                <a:off x="5587923" y="4298874"/>
                <a:ext cx="2379067" cy="1501407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in the next time step</a:t>
                </a:r>
              </a:p>
            </p:txBody>
          </p:sp>
        </mc:Choice>
        <mc:Fallback xmlns="">
          <p:sp>
            <p:nvSpPr>
              <p:cNvPr id="86" name="Flowchart: Process 85">
                <a:extLst>
                  <a:ext uri="{FF2B5EF4-FFF2-40B4-BE49-F238E27FC236}">
                    <a16:creationId xmlns:a16="http://schemas.microsoft.com/office/drawing/2014/main" id="{A5C84D54-EC74-90CE-78D7-0F8929B490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23" y="4298874"/>
                <a:ext cx="2379067" cy="1501407"/>
              </a:xfrm>
              <a:prstGeom prst="flowChartProcess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Flowchart: Process 119">
                <a:extLst>
                  <a:ext uri="{FF2B5EF4-FFF2-40B4-BE49-F238E27FC236}">
                    <a16:creationId xmlns:a16="http://schemas.microsoft.com/office/drawing/2014/main" id="{1AC1EE8A-EF90-1498-F62D-436FC5A1CE57}"/>
                  </a:ext>
                </a:extLst>
              </p:cNvPr>
              <p:cNvSpPr/>
              <p:nvPr/>
            </p:nvSpPr>
            <p:spPr>
              <a:xfrm>
                <a:off x="1225342" y="4298874"/>
                <a:ext cx="2379067" cy="1501407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in the next time step</a:t>
                </a:r>
              </a:p>
            </p:txBody>
          </p:sp>
        </mc:Choice>
        <mc:Fallback xmlns="">
          <p:sp>
            <p:nvSpPr>
              <p:cNvPr id="120" name="Flowchart: Process 119">
                <a:extLst>
                  <a:ext uri="{FF2B5EF4-FFF2-40B4-BE49-F238E27FC236}">
                    <a16:creationId xmlns:a16="http://schemas.microsoft.com/office/drawing/2014/main" id="{1AC1EE8A-EF90-1498-F62D-436FC5A1CE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342" y="4298874"/>
                <a:ext cx="2379067" cy="1501407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TextBox 136">
            <a:extLst>
              <a:ext uri="{FF2B5EF4-FFF2-40B4-BE49-F238E27FC236}">
                <a16:creationId xmlns:a16="http://schemas.microsoft.com/office/drawing/2014/main" id="{B680C788-F5F1-1893-E8A5-802427473628}"/>
              </a:ext>
            </a:extLst>
          </p:cNvPr>
          <p:cNvSpPr txBox="1"/>
          <p:nvPr/>
        </p:nvSpPr>
        <p:spPr>
          <a:xfrm>
            <a:off x="7750724" y="648985"/>
            <a:ext cx="794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False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FE877E91-E42B-87FE-0895-ACF7B21A078A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>
            <a:off x="10854728" y="3610776"/>
            <a:ext cx="1" cy="3623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786BF1DB-438C-8507-3655-2DD0631437FE}"/>
              </a:ext>
            </a:extLst>
          </p:cNvPr>
          <p:cNvCxnSpPr>
            <a:stCxn id="38" idx="2"/>
            <a:endCxn id="86" idx="0"/>
          </p:cNvCxnSpPr>
          <p:nvPr/>
        </p:nvCxnSpPr>
        <p:spPr>
          <a:xfrm>
            <a:off x="6777457" y="1854285"/>
            <a:ext cx="0" cy="24445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0C77E89E-29B7-42F8-9DD6-202EC7ED88B8}"/>
              </a:ext>
            </a:extLst>
          </p:cNvPr>
          <p:cNvCxnSpPr>
            <a:stCxn id="24" idx="1"/>
            <a:endCxn id="86" idx="3"/>
          </p:cNvCxnSpPr>
          <p:nvPr/>
        </p:nvCxnSpPr>
        <p:spPr>
          <a:xfrm flipH="1">
            <a:off x="7966990" y="5049577"/>
            <a:ext cx="178018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10D0CFEA-9F48-67E5-347D-B3AF55A16958}"/>
              </a:ext>
            </a:extLst>
          </p:cNvPr>
          <p:cNvSpPr txBox="1"/>
          <p:nvPr/>
        </p:nvSpPr>
        <p:spPr>
          <a:xfrm>
            <a:off x="6789531" y="1975890"/>
            <a:ext cx="63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True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2984A3D8-77A6-5493-0982-55B7E9C1B250}"/>
              </a:ext>
            </a:extLst>
          </p:cNvPr>
          <p:cNvSpPr txBox="1"/>
          <p:nvPr/>
        </p:nvSpPr>
        <p:spPr>
          <a:xfrm>
            <a:off x="8555579" y="4666494"/>
            <a:ext cx="63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True</a:t>
            </a:r>
          </a:p>
        </p:txBody>
      </p:sp>
      <p:cxnSp>
        <p:nvCxnSpPr>
          <p:cNvPr id="171" name="Connector: Elbow 170">
            <a:extLst>
              <a:ext uri="{FF2B5EF4-FFF2-40B4-BE49-F238E27FC236}">
                <a16:creationId xmlns:a16="http://schemas.microsoft.com/office/drawing/2014/main" id="{05019E63-0108-8076-04B0-B71690121EF5}"/>
              </a:ext>
            </a:extLst>
          </p:cNvPr>
          <p:cNvCxnSpPr>
            <a:stCxn id="24" idx="2"/>
            <a:endCxn id="120" idx="2"/>
          </p:cNvCxnSpPr>
          <p:nvPr/>
        </p:nvCxnSpPr>
        <p:spPr>
          <a:xfrm rot="5400000" flipH="1">
            <a:off x="6471943" y="1743215"/>
            <a:ext cx="325719" cy="8439853"/>
          </a:xfrm>
          <a:prstGeom prst="bentConnector3">
            <a:avLst>
              <a:gd name="adj1" fmla="val -7018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7E001484-C3C3-0BB3-FEC5-4A6A5C69B4EF}"/>
              </a:ext>
            </a:extLst>
          </p:cNvPr>
          <p:cNvCxnSpPr>
            <a:stCxn id="120" idx="3"/>
            <a:endCxn id="5" idx="2"/>
          </p:cNvCxnSpPr>
          <p:nvPr/>
        </p:nvCxnSpPr>
        <p:spPr>
          <a:xfrm flipV="1">
            <a:off x="3604409" y="1628793"/>
            <a:ext cx="459043" cy="34207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5AA42131-6C57-0E02-1E77-A145D6DBE009}"/>
              </a:ext>
            </a:extLst>
          </p:cNvPr>
          <p:cNvCxnSpPr>
            <a:stCxn id="86" idx="1"/>
            <a:endCxn id="5" idx="2"/>
          </p:cNvCxnSpPr>
          <p:nvPr/>
        </p:nvCxnSpPr>
        <p:spPr>
          <a:xfrm rot="10800000">
            <a:off x="4063453" y="1628794"/>
            <a:ext cx="1524471" cy="34207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B2452D41-C96D-9ABF-2B2B-8590DB7B214F}"/>
              </a:ext>
            </a:extLst>
          </p:cNvPr>
          <p:cNvSpPr txBox="1"/>
          <p:nvPr/>
        </p:nvSpPr>
        <p:spPr>
          <a:xfrm>
            <a:off x="8527709" y="5964608"/>
            <a:ext cx="794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864873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D83043C7-BE43-0268-E40F-710BEC7D937C}"/>
              </a:ext>
            </a:extLst>
          </p:cNvPr>
          <p:cNvSpPr/>
          <p:nvPr/>
        </p:nvSpPr>
        <p:spPr>
          <a:xfrm>
            <a:off x="607448" y="-793258"/>
            <a:ext cx="11888655" cy="8444516"/>
          </a:xfrm>
          <a:prstGeom prst="rect">
            <a:avLst/>
          </a:prstGeom>
          <a:solidFill>
            <a:srgbClr val="0173B2">
              <a:alpha val="10196"/>
            </a:srgb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C737E86B-3D5D-233B-3A7A-C2A3736A74A0}"/>
                  </a:ext>
                </a:extLst>
              </p:cNvPr>
              <p:cNvSpPr/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C737E86B-3D5D-233B-3A7A-C2A3736A7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blipFill>
                <a:blip r:embed="rId2"/>
                <a:stretch>
                  <a:fillRect l="-3009" r="-5324" b="-3681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540EDCD-E6F0-C0A3-0197-A452C3856ACA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1969967" y="1013252"/>
            <a:ext cx="4809915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D17CD8C8-05CB-C9AE-F312-51E408A468A0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D17CD8C8-05CB-C9AE-F312-51E408A468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144F061-3228-9844-D117-2FC04FA7C7F3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869A017E-64AB-D2A1-489E-17D4A6CEB124}"/>
                  </a:ext>
                </a:extLst>
              </p:cNvPr>
              <p:cNvSpPr/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3200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869A017E-64AB-D2A1-489E-17D4A6CEB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blipFill>
                <a:blip r:embed="rId4"/>
                <a:stretch>
                  <a:fillRect l="-3565" r="-5348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BE74407-846D-F430-6723-74B0A06AEA91}"/>
                  </a:ext>
                </a:extLst>
              </p:cNvPr>
              <p:cNvSpPr/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8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BE74407-846D-F430-6723-74B0A06AEA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AA42A836-49EA-4E8B-893F-A15BED15C28F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AA42A836-49EA-4E8B-893F-A15BED15C2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243140-92FA-3CD5-640F-33FFE5419580}"/>
              </a:ext>
            </a:extLst>
          </p:cNvPr>
          <p:cNvCxnSpPr>
            <a:cxnSpLocks/>
            <a:stCxn id="10" idx="3"/>
            <a:endCxn id="7" idx="1"/>
          </p:cNvCxnSpPr>
          <p:nvPr/>
        </p:nvCxnSpPr>
        <p:spPr>
          <a:xfrm>
            <a:off x="7702238" y="1013253"/>
            <a:ext cx="1053170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B1A9F152-2136-C18B-4C16-8502873ACB40}"/>
                  </a:ext>
                </a:extLst>
              </p:cNvPr>
              <p:cNvSpPr/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B1A9F152-2136-C18B-4C16-8502873ACB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blipFill>
                <a:blip r:embed="rId7"/>
                <a:stretch>
                  <a:fillRect l="-1504" t="-211" r="-5263" b="-3579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E606DC71-7D74-936D-C707-F89D87844391}"/>
                  </a:ext>
                </a:extLst>
              </p:cNvPr>
              <p:cNvSpPr/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4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E606DC71-7D74-936D-C707-F89D87844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blipFill>
                <a:blip r:embed="rId8"/>
                <a:stretch>
                  <a:fillRect l="-750" r="-2750" b="-3977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75EE101-9C75-12B8-1339-8DE27673242A}"/>
              </a:ext>
            </a:extLst>
          </p:cNvPr>
          <p:cNvSpPr txBox="1"/>
          <p:nvPr/>
        </p:nvSpPr>
        <p:spPr>
          <a:xfrm>
            <a:off x="7657158" y="1013251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ECA156-415D-A5C3-8A4B-61B6E8AACCB7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0401468" y="1870342"/>
            <a:ext cx="35168" cy="97608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7F5A12-D96A-46A1-0F23-F3499D8BBDB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23150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ECA151C-3C0A-E0E5-E4DE-BCE52EBB87AB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7973686" y="4508445"/>
            <a:ext cx="717698" cy="1276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ACD6515-C4FF-9602-388B-620CC48AB848}"/>
              </a:ext>
            </a:extLst>
          </p:cNvPr>
          <p:cNvSpPr txBox="1"/>
          <p:nvPr/>
        </p:nvSpPr>
        <p:spPr>
          <a:xfrm>
            <a:off x="6797422" y="2434960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6BCD61-65D8-36FE-DFA4-CAC4EB3C78FA}"/>
              </a:ext>
            </a:extLst>
          </p:cNvPr>
          <p:cNvSpPr txBox="1"/>
          <p:nvPr/>
        </p:nvSpPr>
        <p:spPr>
          <a:xfrm>
            <a:off x="8137185" y="4546687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B7F4C2E-40B3-2D6A-CEA7-8967EDAABBB4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>
            <a:off x="6136735" y="2018010"/>
            <a:ext cx="112278" cy="8417188"/>
          </a:xfrm>
          <a:prstGeom prst="bentConnector3">
            <a:avLst>
              <a:gd name="adj1" fmla="val 47811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920E5E4-27F9-2FA8-0A97-7B355D0E9491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173813" y="4070644"/>
            <a:ext cx="896335" cy="116909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8BBFEDD9-E832-6040-DA7B-7BB80EC2400B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70149" y="4070645"/>
            <a:ext cx="1524471" cy="450563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E1B7AC5-EAE6-34D0-3EC2-6CC771628140}"/>
              </a:ext>
            </a:extLst>
          </p:cNvPr>
          <p:cNvSpPr txBox="1"/>
          <p:nvPr/>
        </p:nvSpPr>
        <p:spPr>
          <a:xfrm>
            <a:off x="9258138" y="6185059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66F7A1E8-41D0-4B8E-CC29-8E359D47E04F}"/>
                  </a:ext>
                </a:extLst>
              </p:cNvPr>
              <p:cNvSpPr/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66F7A1E8-41D0-4B8E-CC29-8E359D47E0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blipFill>
                <a:blip r:embed="rId9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7E66C917-1E73-50BB-281D-F295D590FE8B}"/>
              </a:ext>
            </a:extLst>
          </p:cNvPr>
          <p:cNvSpPr/>
          <p:nvPr/>
        </p:nvSpPr>
        <p:spPr>
          <a:xfrm>
            <a:off x="-6798086" y="319882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A9767CF-49D3-38FC-A975-8268E4C51343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70148" y="1644849"/>
            <a:ext cx="0" cy="40703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A59D2A8-682E-1295-3FA4-CAE6F2796ACA}"/>
              </a:ext>
            </a:extLst>
          </p:cNvPr>
          <p:cNvSpPr txBox="1"/>
          <p:nvPr/>
        </p:nvSpPr>
        <p:spPr>
          <a:xfrm>
            <a:off x="4083533" y="1674552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764614-C806-E62C-BDB4-8C5C01E3EF6C}"/>
              </a:ext>
            </a:extLst>
          </p:cNvPr>
          <p:cNvSpPr txBox="1"/>
          <p:nvPr/>
        </p:nvSpPr>
        <p:spPr>
          <a:xfrm>
            <a:off x="2038396" y="2547954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51BF7976-E1E1-3B27-CAC8-5B0C7DF079DA}"/>
              </a:ext>
            </a:extLst>
          </p:cNvPr>
          <p:cNvSpPr/>
          <p:nvPr/>
        </p:nvSpPr>
        <p:spPr>
          <a:xfrm>
            <a:off x="-3027675" y="2016029"/>
            <a:ext cx="3376406" cy="2171625"/>
          </a:xfrm>
          <a:prstGeom prst="flowChartDecision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0CD7154-804E-19DF-1EDA-D0C679529EE7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348731" y="3061266"/>
            <a:ext cx="2640202" cy="405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D033670-A059-6561-B635-2588B7C358BE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339472" y="1013252"/>
            <a:ext cx="16031" cy="100277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A49EAA1-2E22-2FC8-EF9F-53B446343826}"/>
              </a:ext>
            </a:extLst>
          </p:cNvPr>
          <p:cNvSpPr txBox="1"/>
          <p:nvPr/>
        </p:nvSpPr>
        <p:spPr>
          <a:xfrm>
            <a:off x="-1311432" y="1439863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EFDA8B-27A2-0B74-0784-1C0A3F504A2A}"/>
              </a:ext>
            </a:extLst>
          </p:cNvPr>
          <p:cNvSpPr txBox="1"/>
          <p:nvPr/>
        </p:nvSpPr>
        <p:spPr>
          <a:xfrm>
            <a:off x="-4024690" y="2593268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E51C939-6BEC-5EEF-AE08-FCB0FDC23457}"/>
              </a:ext>
            </a:extLst>
          </p:cNvPr>
          <p:cNvSpPr/>
          <p:nvPr/>
        </p:nvSpPr>
        <p:spPr>
          <a:xfrm>
            <a:off x="-6842619" y="2388184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E379C69-A9A3-F2D1-5F3B-626F8E617CBD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 flipV="1">
            <a:off x="-5075609" y="3081554"/>
            <a:ext cx="2047934" cy="2028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231E2F8-7407-A512-561B-FC92A702B733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031076" y="1013252"/>
            <a:ext cx="483694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F5085BC6-8284-0F14-B242-AAB4B4F2F6D1}"/>
              </a:ext>
            </a:extLst>
          </p:cNvPr>
          <p:cNvSpPr txBox="1"/>
          <p:nvPr/>
        </p:nvSpPr>
        <p:spPr>
          <a:xfrm>
            <a:off x="721279" y="6958860"/>
            <a:ext cx="252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</p:spTree>
    <p:extLst>
      <p:ext uri="{BB962C8B-B14F-4D97-AF65-F5344CB8AC3E}">
        <p14:creationId xmlns:p14="http://schemas.microsoft.com/office/powerpoint/2010/main" val="3168013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EF081-6018-AEFD-51B9-0FFE3354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6764DFD1-9A17-0D72-CE16-83DBC8F2FB78}"/>
              </a:ext>
            </a:extLst>
          </p:cNvPr>
          <p:cNvSpPr/>
          <p:nvPr/>
        </p:nvSpPr>
        <p:spPr>
          <a:xfrm>
            <a:off x="607448" y="-793258"/>
            <a:ext cx="11888655" cy="8444516"/>
          </a:xfrm>
          <a:prstGeom prst="rect">
            <a:avLst/>
          </a:prstGeom>
          <a:solidFill>
            <a:srgbClr val="0173B2">
              <a:alpha val="10196"/>
            </a:srgb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169FEF7-492C-826F-2190-1112FFDDCFD7}"/>
                  </a:ext>
                </a:extLst>
              </p:cNvPr>
              <p:cNvSpPr/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169FEF7-492C-826F-2190-1112FFDDCF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blipFill>
                <a:blip r:embed="rId2"/>
                <a:stretch>
                  <a:fillRect l="-3009" r="-5324" b="-3681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8E88806-40EC-4812-ECD4-4F4B33232091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1969967" y="1013252"/>
            <a:ext cx="4809915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F32E1849-9067-FA10-A9A4-5878C9B78905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F32E1849-9067-FA10-A9A4-5878C9B789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81D886A-2418-C11C-C792-B023F264C683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5F9C0427-75FF-E794-132E-A78D54AB1001}"/>
                  </a:ext>
                </a:extLst>
              </p:cNvPr>
              <p:cNvSpPr/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3200" dirty="0"/>
                  <a:t>Obtain probability to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3200" dirty="0"/>
              </a:p>
            </p:txBody>
          </p:sp>
        </mc:Choice>
        <mc:Fallback xmlns="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5F9C0427-75FF-E794-132E-A78D54AB10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blipFill>
                <a:blip r:embed="rId4"/>
                <a:stretch>
                  <a:fillRect l="-3565" r="-5348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E0E4263-3667-A2F3-ED84-35EBC2024EC5}"/>
                  </a:ext>
                </a:extLst>
              </p:cNvPr>
              <p:cNvSpPr/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8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E0E4263-3667-A2F3-ED84-35EBC2024E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DBF7B754-9394-B929-100E-31D2743914A7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DBF7B754-9394-B929-100E-31D2743914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7CE89C-7769-4B4A-8693-94A10153DC89}"/>
              </a:ext>
            </a:extLst>
          </p:cNvPr>
          <p:cNvCxnSpPr>
            <a:cxnSpLocks/>
            <a:stCxn id="10" idx="3"/>
            <a:endCxn id="7" idx="1"/>
          </p:cNvCxnSpPr>
          <p:nvPr/>
        </p:nvCxnSpPr>
        <p:spPr>
          <a:xfrm>
            <a:off x="7702238" y="1013253"/>
            <a:ext cx="1053170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86EE3ECE-BFE1-1696-433C-DA9B6B538283}"/>
                  </a:ext>
                </a:extLst>
              </p:cNvPr>
              <p:cNvSpPr/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86EE3ECE-BFE1-1696-433C-DA9B6B5382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blipFill>
                <a:blip r:embed="rId7"/>
                <a:stretch>
                  <a:fillRect l="-1504" t="-211" r="-5263" b="-3579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BA73112E-0592-F68B-E2B5-E64CDD8BC116}"/>
                  </a:ext>
                </a:extLst>
              </p:cNvPr>
              <p:cNvSpPr/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4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BA73112E-0592-F68B-E2B5-E64CDD8BC1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blipFill>
                <a:blip r:embed="rId8"/>
                <a:stretch>
                  <a:fillRect l="-750" r="-2750" b="-3977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417782A-8516-DADC-359B-7BD2E2EB416A}"/>
              </a:ext>
            </a:extLst>
          </p:cNvPr>
          <p:cNvSpPr txBox="1"/>
          <p:nvPr/>
        </p:nvSpPr>
        <p:spPr>
          <a:xfrm>
            <a:off x="7657158" y="1013251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649764-06BA-293C-E408-9CDF596936E2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0401468" y="1870342"/>
            <a:ext cx="35168" cy="97608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D8B071-FF3E-DAE8-B66F-1FC6FDD01685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23150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49C09E-0E6B-0A28-A168-6CD9008AFC7D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7973686" y="4508445"/>
            <a:ext cx="717698" cy="1276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A5B2EB9-22E9-35B7-31D9-4055D43EDC5E}"/>
              </a:ext>
            </a:extLst>
          </p:cNvPr>
          <p:cNvSpPr txBox="1"/>
          <p:nvPr/>
        </p:nvSpPr>
        <p:spPr>
          <a:xfrm>
            <a:off x="6797422" y="2434960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8CB58F-1A4B-D28D-0A66-12F94290F3BD}"/>
              </a:ext>
            </a:extLst>
          </p:cNvPr>
          <p:cNvSpPr txBox="1"/>
          <p:nvPr/>
        </p:nvSpPr>
        <p:spPr>
          <a:xfrm>
            <a:off x="8137185" y="4546687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8AED5B3-9A8A-59C6-7BBB-DEA0C47E9EA4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>
            <a:off x="6136735" y="2018010"/>
            <a:ext cx="112278" cy="8417188"/>
          </a:xfrm>
          <a:prstGeom prst="bentConnector3">
            <a:avLst>
              <a:gd name="adj1" fmla="val 47811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0DD4B5-E800-399E-DCFA-A5C269F0EEC2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173813" y="4070644"/>
            <a:ext cx="896335" cy="116909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863D097E-701B-BA78-FF78-7B15DEA2BDC1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70149" y="4070645"/>
            <a:ext cx="1524471" cy="450563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25A8B2-A2B8-5596-A523-13431F4A0046}"/>
              </a:ext>
            </a:extLst>
          </p:cNvPr>
          <p:cNvSpPr txBox="1"/>
          <p:nvPr/>
        </p:nvSpPr>
        <p:spPr>
          <a:xfrm>
            <a:off x="9258138" y="6185059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779F8355-A256-55A5-EBB1-1BEC3B216927}"/>
                  </a:ext>
                </a:extLst>
              </p:cNvPr>
              <p:cNvSpPr/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779F8355-A256-55A5-EBB1-1BEC3B2169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blipFill>
                <a:blip r:embed="rId9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DE21BB8B-9476-D517-5651-9B6FB72BC50F}"/>
              </a:ext>
            </a:extLst>
          </p:cNvPr>
          <p:cNvSpPr/>
          <p:nvPr/>
        </p:nvSpPr>
        <p:spPr>
          <a:xfrm>
            <a:off x="-6798086" y="319882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28E2522-BE11-2350-6C50-D98F8474DAE9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70148" y="1644849"/>
            <a:ext cx="0" cy="40703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8FAEB32-145B-58DF-F602-F549CF3D3FCD}"/>
              </a:ext>
            </a:extLst>
          </p:cNvPr>
          <p:cNvSpPr txBox="1"/>
          <p:nvPr/>
        </p:nvSpPr>
        <p:spPr>
          <a:xfrm>
            <a:off x="4083533" y="1674552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FC339D-CA26-6931-3602-E42F8E1A7A8C}"/>
              </a:ext>
            </a:extLst>
          </p:cNvPr>
          <p:cNvSpPr txBox="1"/>
          <p:nvPr/>
        </p:nvSpPr>
        <p:spPr>
          <a:xfrm>
            <a:off x="2038396" y="2547954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1C182E96-B40B-9825-D08A-BD264631FBBA}"/>
              </a:ext>
            </a:extLst>
          </p:cNvPr>
          <p:cNvSpPr/>
          <p:nvPr/>
        </p:nvSpPr>
        <p:spPr>
          <a:xfrm>
            <a:off x="-3027675" y="2016029"/>
            <a:ext cx="3376406" cy="2171625"/>
          </a:xfrm>
          <a:prstGeom prst="flowChartDecision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E86FFD-4E63-4442-4D73-CBC83972E14A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348731" y="3061266"/>
            <a:ext cx="2640202" cy="405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8FBA621-267B-1C08-FFFF-4799BB236CB5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339472" y="1013252"/>
            <a:ext cx="16031" cy="100277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F95A007-DFF0-213D-B950-51F45FE0C095}"/>
              </a:ext>
            </a:extLst>
          </p:cNvPr>
          <p:cNvSpPr txBox="1"/>
          <p:nvPr/>
        </p:nvSpPr>
        <p:spPr>
          <a:xfrm>
            <a:off x="-1311432" y="1439863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C61A45-7C92-99B7-F4E2-5A7D0C84C926}"/>
              </a:ext>
            </a:extLst>
          </p:cNvPr>
          <p:cNvSpPr txBox="1"/>
          <p:nvPr/>
        </p:nvSpPr>
        <p:spPr>
          <a:xfrm>
            <a:off x="-4024690" y="2593268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710FF80-0572-A61A-96FD-0EAA0922B5C1}"/>
              </a:ext>
            </a:extLst>
          </p:cNvPr>
          <p:cNvSpPr/>
          <p:nvPr/>
        </p:nvSpPr>
        <p:spPr>
          <a:xfrm>
            <a:off x="-6842619" y="2388184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0C49729-275F-F229-57B3-40EACE11203C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 flipV="1">
            <a:off x="-5075609" y="3081554"/>
            <a:ext cx="2047934" cy="2028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DAAEF1F-138A-C383-6845-9C61AB15161B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031076" y="1013252"/>
            <a:ext cx="483694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2FB7560-08BE-80AE-69FA-FFAEA6FBFC65}"/>
              </a:ext>
            </a:extLst>
          </p:cNvPr>
          <p:cNvSpPr txBox="1"/>
          <p:nvPr/>
        </p:nvSpPr>
        <p:spPr>
          <a:xfrm>
            <a:off x="721279" y="6958860"/>
            <a:ext cx="252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</p:spTree>
    <p:extLst>
      <p:ext uri="{BB962C8B-B14F-4D97-AF65-F5344CB8AC3E}">
        <p14:creationId xmlns:p14="http://schemas.microsoft.com/office/powerpoint/2010/main" val="2981562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32322-544A-50F3-7F79-5360E4466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C3E69841-B849-EDB8-75C6-69E6CA429E7E}"/>
              </a:ext>
            </a:extLst>
          </p:cNvPr>
          <p:cNvSpPr/>
          <p:nvPr/>
        </p:nvSpPr>
        <p:spPr>
          <a:xfrm>
            <a:off x="662696" y="-335602"/>
            <a:ext cx="13285316" cy="7778547"/>
          </a:xfrm>
          <a:prstGeom prst="rect">
            <a:avLst/>
          </a:prstGeom>
          <a:solidFill>
            <a:srgbClr val="0173B2">
              <a:alpha val="10196"/>
            </a:srgb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4AF4CD63-4D77-2CBC-35F6-811FC3C84C87}"/>
                  </a:ext>
                </a:extLst>
              </p:cNvPr>
              <p:cNvSpPr/>
              <p:nvPr/>
            </p:nvSpPr>
            <p:spPr>
              <a:xfrm>
                <a:off x="-5385709" y="-21797"/>
                <a:ext cx="3093733" cy="2070098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4AF4CD63-4D77-2CBC-35F6-811FC3C84C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385709" y="-21797"/>
                <a:ext cx="3093733" cy="2070098"/>
              </a:xfrm>
              <a:prstGeom prst="flowChartProcess">
                <a:avLst/>
              </a:prstGeom>
              <a:blipFill>
                <a:blip r:embed="rId2"/>
                <a:stretch>
                  <a:fillRect b="-867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D3A25CB-E9C3-0D5E-831C-8F9A55C91084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2291976" y="1013252"/>
            <a:ext cx="5131924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701CAFC1-D644-2EA7-F48B-166EBC058C9A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701CAFC1-D644-2EA7-F48B-166EBC058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69E3BCD-664E-453A-7592-F9EBF3EBB04B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E624728D-7831-CD5B-F7FF-F75C9FE033E9}"/>
                  </a:ext>
                </a:extLst>
              </p:cNvPr>
              <p:cNvSpPr/>
              <p:nvPr/>
            </p:nvSpPr>
            <p:spPr>
              <a:xfrm>
                <a:off x="9629861" y="3696045"/>
                <a:ext cx="2924744" cy="2842542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4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E624728D-7831-CD5B-F7FF-F75C9FE03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9861" y="3696045"/>
                <a:ext cx="2924744" cy="2842542"/>
              </a:xfrm>
              <a:prstGeom prst="flowChartDecision">
                <a:avLst/>
              </a:prstGeom>
              <a:blipFill>
                <a:blip r:embed="rId4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F66ED44B-AF33-4A8E-EAB1-07AA1678F039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F66ED44B-AF33-4A8E-EAB1-07AA1678F0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CF605-747F-B1AB-D665-2DD53B559D37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 flipV="1">
            <a:off x="7702238" y="1012732"/>
            <a:ext cx="1072516" cy="5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7DFAA745-12D3-6040-733F-5D3FE42A7C69}"/>
                  </a:ext>
                </a:extLst>
              </p:cNvPr>
              <p:cNvSpPr/>
              <p:nvPr/>
            </p:nvSpPr>
            <p:spPr>
              <a:xfrm>
                <a:off x="5594619" y="3754366"/>
                <a:ext cx="2379067" cy="2679354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7DFAA745-12D3-6040-733F-5D3FE42A7C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754366"/>
                <a:ext cx="2379067" cy="2679354"/>
              </a:xfrm>
              <a:prstGeom prst="flowChartProcess">
                <a:avLst/>
              </a:prstGeom>
              <a:blipFill>
                <a:blip r:embed="rId6"/>
                <a:stretch>
                  <a:fillRect l="-1768" t="-3371" r="-5808" b="-7416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7A2C7A99-5B7B-435B-72F0-B00E937DF52C}"/>
                  </a:ext>
                </a:extLst>
              </p:cNvPr>
              <p:cNvSpPr/>
              <p:nvPr/>
            </p:nvSpPr>
            <p:spPr>
              <a:xfrm>
                <a:off x="1232038" y="3754367"/>
                <a:ext cx="2379067" cy="2679352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7A2C7A99-5B7B-435B-72F0-B00E937DF5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2038" y="3754367"/>
                <a:ext cx="2379067" cy="2679352"/>
              </a:xfrm>
              <a:prstGeom prst="flowChartProcess">
                <a:avLst/>
              </a:prstGeom>
              <a:blipFill>
                <a:blip r:embed="rId7"/>
                <a:stretch>
                  <a:fillRect l="-1515" t="-3371" r="-6061" b="-7416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361B3AF-534C-B239-2BB2-D818BB446CDD}"/>
              </a:ext>
            </a:extLst>
          </p:cNvPr>
          <p:cNvSpPr txBox="1"/>
          <p:nvPr/>
        </p:nvSpPr>
        <p:spPr>
          <a:xfrm>
            <a:off x="7702238" y="578918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BC4404E-3D28-E133-5B1C-8B94D59E6EF3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88402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7CAC367-4A3B-2667-CB76-96E949C7FB91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 flipV="1">
            <a:off x="7973686" y="5094043"/>
            <a:ext cx="1656175" cy="2327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A18CCF3-87D0-66CE-E125-E3EE070EDAE3}"/>
              </a:ext>
            </a:extLst>
          </p:cNvPr>
          <p:cNvSpPr txBox="1"/>
          <p:nvPr/>
        </p:nvSpPr>
        <p:spPr>
          <a:xfrm>
            <a:off x="6784152" y="2734304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5C024E-FF83-8373-C5FD-BCDA4D8B55A1}"/>
              </a:ext>
            </a:extLst>
          </p:cNvPr>
          <p:cNvSpPr txBox="1"/>
          <p:nvPr/>
        </p:nvSpPr>
        <p:spPr>
          <a:xfrm>
            <a:off x="8514740" y="4658525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48DD2CB-69BF-0C75-2473-FB59B72740FB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 flipH="1">
            <a:off x="6704469" y="2150823"/>
            <a:ext cx="104868" cy="8670661"/>
          </a:xfrm>
          <a:prstGeom prst="bentConnector3">
            <a:avLst>
              <a:gd name="adj1" fmla="val -21798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FAD7CCF-BF16-D11B-1612-731712B1F3D6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611105" y="4043109"/>
            <a:ext cx="455000" cy="1050934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085F728F-D606-2FAD-E545-00C8506F2216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66105" y="4043109"/>
            <a:ext cx="1528514" cy="1050934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A782788-EF1E-554C-6F6A-F3B30C24C1BF}"/>
              </a:ext>
            </a:extLst>
          </p:cNvPr>
          <p:cNvSpPr txBox="1"/>
          <p:nvPr/>
        </p:nvSpPr>
        <p:spPr>
          <a:xfrm>
            <a:off x="9502200" y="6353922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8E9336F1-F630-931B-96BE-4820E27F640B}"/>
                  </a:ext>
                </a:extLst>
              </p:cNvPr>
              <p:cNvSpPr/>
              <p:nvPr/>
            </p:nvSpPr>
            <p:spPr>
              <a:xfrm>
                <a:off x="2960341" y="1978515"/>
                <a:ext cx="2211528" cy="2064594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8E9336F1-F630-931B-96BE-4820E27F64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341" y="1978515"/>
                <a:ext cx="2211528" cy="2064594"/>
              </a:xfrm>
              <a:prstGeom prst="flowChartDecision">
                <a:avLst/>
              </a:prstGeom>
              <a:blipFill>
                <a:blip r:embed="rId8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A6F2134A-6D54-8AF3-6FCC-8639D5F8C9D7}"/>
              </a:ext>
            </a:extLst>
          </p:cNvPr>
          <p:cNvSpPr/>
          <p:nvPr/>
        </p:nvSpPr>
        <p:spPr>
          <a:xfrm>
            <a:off x="-7594886" y="319882"/>
            <a:ext cx="1767010" cy="138673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AAE4BA6-C317-5968-21F7-419586D08CD7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66105" y="1644849"/>
            <a:ext cx="4043" cy="33366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E3BEDEE-A4DB-EC6B-9840-5515D4AA507F}"/>
              </a:ext>
            </a:extLst>
          </p:cNvPr>
          <p:cNvSpPr txBox="1"/>
          <p:nvPr/>
        </p:nvSpPr>
        <p:spPr>
          <a:xfrm>
            <a:off x="4076919" y="1608731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18542CC-5EE4-02F8-548C-1CB8EDF92766}"/>
              </a:ext>
            </a:extLst>
          </p:cNvPr>
          <p:cNvSpPr txBox="1"/>
          <p:nvPr/>
        </p:nvSpPr>
        <p:spPr>
          <a:xfrm>
            <a:off x="1317246" y="2580413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7EB3DDE5-8D21-600D-7112-2F71F7064AFA}"/>
              </a:ext>
            </a:extLst>
          </p:cNvPr>
          <p:cNvSpPr/>
          <p:nvPr/>
        </p:nvSpPr>
        <p:spPr>
          <a:xfrm>
            <a:off x="-2732913" y="1929838"/>
            <a:ext cx="3199379" cy="2161948"/>
          </a:xfrm>
          <a:prstGeom prst="flowChartDecision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F4900F8-997C-B56E-4163-4C0576BB5792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466466" y="3010812"/>
            <a:ext cx="249387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34A9CB5-8A1A-CE89-FE73-D986019F7E84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133223" y="1012731"/>
            <a:ext cx="0" cy="9171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8F5C4E2C-043C-D73A-6DE3-75660177559E}"/>
              </a:ext>
            </a:extLst>
          </p:cNvPr>
          <p:cNvSpPr txBox="1"/>
          <p:nvPr/>
        </p:nvSpPr>
        <p:spPr>
          <a:xfrm>
            <a:off x="-1126452" y="1337289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DC2B01-1D29-14CF-3E20-8A8788B92529}"/>
              </a:ext>
            </a:extLst>
          </p:cNvPr>
          <p:cNvSpPr txBox="1"/>
          <p:nvPr/>
        </p:nvSpPr>
        <p:spPr>
          <a:xfrm>
            <a:off x="-3845046" y="2498758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252422C-7E3E-62C5-A506-B7F3662B2B7B}"/>
              </a:ext>
            </a:extLst>
          </p:cNvPr>
          <p:cNvSpPr/>
          <p:nvPr/>
        </p:nvSpPr>
        <p:spPr>
          <a:xfrm>
            <a:off x="-6024104" y="2317443"/>
            <a:ext cx="1767010" cy="138673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9611411-6B97-DC6D-9975-2A83385EBB42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>
            <a:off x="-4257094" y="3010812"/>
            <a:ext cx="1524181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90942DD6-DD74-03F0-5AB9-A12B978CEE97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827876" y="1013252"/>
            <a:ext cx="44216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DDDFBD0-04CC-D494-B240-79EF07F4935E}"/>
              </a:ext>
            </a:extLst>
          </p:cNvPr>
          <p:cNvSpPr txBox="1"/>
          <p:nvPr/>
        </p:nvSpPr>
        <p:spPr>
          <a:xfrm>
            <a:off x="662696" y="6877281"/>
            <a:ext cx="2379067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Flowchart: Process 27">
                <a:extLst>
                  <a:ext uri="{FF2B5EF4-FFF2-40B4-BE49-F238E27FC236}">
                    <a16:creationId xmlns:a16="http://schemas.microsoft.com/office/drawing/2014/main" id="{A25DA695-A5DB-0DEC-E55F-AAD4B7D5ED84}"/>
                  </a:ext>
                </a:extLst>
              </p:cNvPr>
              <p:cNvSpPr/>
              <p:nvPr/>
            </p:nvSpPr>
            <p:spPr>
              <a:xfrm>
                <a:off x="8774754" y="381135"/>
                <a:ext cx="4619134" cy="1263193"/>
              </a:xfrm>
              <a:prstGeom prst="flowChartProcess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Set neighborhood as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PH" sz="2000" i="1" dirty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 ∀</m:t>
                      </m:r>
                      <m:d>
                        <m:dPr>
                          <m:ctrlP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∈{−1,0,1}} </m:t>
                      </m:r>
                    </m:oMath>
                  </m:oMathPara>
                </a14:m>
                <a:endParaRPr lang="en-PH" sz="2000" dirty="0"/>
              </a:p>
            </p:txBody>
          </p:sp>
        </mc:Choice>
        <mc:Fallback xmlns="">
          <p:sp>
            <p:nvSpPr>
              <p:cNvPr id="28" name="Flowchart: Process 27">
                <a:extLst>
                  <a:ext uri="{FF2B5EF4-FFF2-40B4-BE49-F238E27FC236}">
                    <a16:creationId xmlns:a16="http://schemas.microsoft.com/office/drawing/2014/main" id="{A25DA695-A5DB-0DEC-E55F-AAD4B7D5ED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4754" y="381135"/>
                <a:ext cx="4619134" cy="1263193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Flowchart: Process 28">
                <a:extLst>
                  <a:ext uri="{FF2B5EF4-FFF2-40B4-BE49-F238E27FC236}">
                    <a16:creationId xmlns:a16="http://schemas.microsoft.com/office/drawing/2014/main" id="{BB59EBF3-871A-0A95-2879-EDB7A6FC4DBE}"/>
                  </a:ext>
                </a:extLst>
              </p:cNvPr>
              <p:cNvSpPr/>
              <p:nvPr/>
            </p:nvSpPr>
            <p:spPr>
              <a:xfrm>
                <a:off x="8534370" y="2078929"/>
                <a:ext cx="5099902" cy="1263193"/>
              </a:xfrm>
              <a:prstGeom prst="flowChartProcess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000" b="0" i="1" smtClean="0">
                          <a:latin typeface="Cambria Math" panose="02040503050406030204" pitchFamily="18" charset="0"/>
                        </a:rPr>
                        <m:t>=1 − 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PH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[1−(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9" name="Flowchart: Process 28">
                <a:extLst>
                  <a:ext uri="{FF2B5EF4-FFF2-40B4-BE49-F238E27FC236}">
                    <a16:creationId xmlns:a16="http://schemas.microsoft.com/office/drawing/2014/main" id="{BB59EBF3-871A-0A95-2879-EDB7A6FC4D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4370" y="2078929"/>
                <a:ext cx="5099902" cy="1263193"/>
              </a:xfrm>
              <a:prstGeom prst="flowChartProcess">
                <a:avLst/>
              </a:prstGeom>
              <a:blipFill>
                <a:blip r:embed="rId10"/>
                <a:stretch>
                  <a:fillRect t="-4695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8619733-DE9F-4C85-23B8-49D35D7C63FD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11084321" y="1644328"/>
            <a:ext cx="0" cy="43460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3516D99-99AC-73B4-D8DB-609B4CA00959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>
          <a:xfrm>
            <a:off x="11084321" y="3342122"/>
            <a:ext cx="7912" cy="35392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565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49E2DA2-BF7D-BCB6-1FA8-22EB3EE99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F75358F-434C-A7AB-A82F-938B5FF6CAF8}"/>
              </a:ext>
            </a:extLst>
          </p:cNvPr>
          <p:cNvSpPr txBox="1"/>
          <p:nvPr/>
        </p:nvSpPr>
        <p:spPr>
          <a:xfrm>
            <a:off x="2823339" y="3368655"/>
            <a:ext cx="1608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A532B5-628F-C998-D5EF-E29E0A2839C2}"/>
              </a:ext>
            </a:extLst>
          </p:cNvPr>
          <p:cNvSpPr txBox="1"/>
          <p:nvPr/>
        </p:nvSpPr>
        <p:spPr>
          <a:xfrm>
            <a:off x="6779219" y="1799015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7741A2-1752-968F-1A88-0A944C3CC834}"/>
              </a:ext>
            </a:extLst>
          </p:cNvPr>
          <p:cNvSpPr txBox="1"/>
          <p:nvPr/>
        </p:nvSpPr>
        <p:spPr>
          <a:xfrm>
            <a:off x="7685775" y="4855756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77492-1A05-3BFC-E234-E54B21677F74}"/>
              </a:ext>
            </a:extLst>
          </p:cNvPr>
          <p:cNvSpPr txBox="1"/>
          <p:nvPr/>
        </p:nvSpPr>
        <p:spPr>
          <a:xfrm>
            <a:off x="8956279" y="3064782"/>
            <a:ext cx="1208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AB3222-9999-B157-8454-FB50BE36C125}"/>
              </a:ext>
            </a:extLst>
          </p:cNvPr>
          <p:cNvSpPr txBox="1"/>
          <p:nvPr/>
        </p:nvSpPr>
        <p:spPr>
          <a:xfrm>
            <a:off x="9504761" y="1224943"/>
            <a:ext cx="1320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65592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99413-B3F8-4441-6F37-12CAA258C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number of objects&#10;&#10;AI-generated content may be incorrect.">
            <a:extLst>
              <a:ext uri="{FF2B5EF4-FFF2-40B4-BE49-F238E27FC236}">
                <a16:creationId xmlns:a16="http://schemas.microsoft.com/office/drawing/2014/main" id="{92086F05-5C73-2AF2-2151-142E39624D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57F599-614F-A645-52DC-D5E97FFCA3C4}"/>
              </a:ext>
            </a:extLst>
          </p:cNvPr>
          <p:cNvSpPr txBox="1"/>
          <p:nvPr/>
        </p:nvSpPr>
        <p:spPr>
          <a:xfrm>
            <a:off x="2823339" y="3368655"/>
            <a:ext cx="1608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92B980-5E6E-4887-0E15-B76A4FF67A01}"/>
              </a:ext>
            </a:extLst>
          </p:cNvPr>
          <p:cNvSpPr txBox="1"/>
          <p:nvPr/>
        </p:nvSpPr>
        <p:spPr>
          <a:xfrm>
            <a:off x="6779219" y="1799015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F8E3C5-7939-4FA6-D0C0-A54187BC4EB6}"/>
              </a:ext>
            </a:extLst>
          </p:cNvPr>
          <p:cNvSpPr txBox="1"/>
          <p:nvPr/>
        </p:nvSpPr>
        <p:spPr>
          <a:xfrm>
            <a:off x="7809839" y="5209569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C4482F-3D65-1115-9F83-2F38FA822CE4}"/>
              </a:ext>
            </a:extLst>
          </p:cNvPr>
          <p:cNvSpPr txBox="1"/>
          <p:nvPr/>
        </p:nvSpPr>
        <p:spPr>
          <a:xfrm>
            <a:off x="8900374" y="3368654"/>
            <a:ext cx="1208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62C56-2B07-99A3-0C0D-377E6BC1773F}"/>
              </a:ext>
            </a:extLst>
          </p:cNvPr>
          <p:cNvSpPr txBox="1"/>
          <p:nvPr/>
        </p:nvSpPr>
        <p:spPr>
          <a:xfrm>
            <a:off x="9565750" y="1188183"/>
            <a:ext cx="1320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52063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DC25FC0-CB6D-3312-CAD3-BC6DA9E2CC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766CE1-EC15-DB1F-CAB3-76E1228B7A0E}"/>
              </a:ext>
            </a:extLst>
          </p:cNvPr>
          <p:cNvSpPr txBox="1"/>
          <p:nvPr/>
        </p:nvSpPr>
        <p:spPr>
          <a:xfrm>
            <a:off x="3417998" y="1925373"/>
            <a:ext cx="2068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6AA083-6CD1-E73A-FDA1-3696BF091CE4}"/>
              </a:ext>
            </a:extLst>
          </p:cNvPr>
          <p:cNvSpPr txBox="1"/>
          <p:nvPr/>
        </p:nvSpPr>
        <p:spPr>
          <a:xfrm>
            <a:off x="6819314" y="307948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74F81D-B30F-4C7F-A8CC-B73C569A0A14}"/>
              </a:ext>
            </a:extLst>
          </p:cNvPr>
          <p:cNvSpPr txBox="1"/>
          <p:nvPr/>
        </p:nvSpPr>
        <p:spPr>
          <a:xfrm>
            <a:off x="8114335" y="225791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6606B-8645-83B1-B116-ED57FFBDE65A}"/>
              </a:ext>
            </a:extLst>
          </p:cNvPr>
          <p:cNvSpPr txBox="1"/>
          <p:nvPr/>
        </p:nvSpPr>
        <p:spPr>
          <a:xfrm>
            <a:off x="9481777" y="1440336"/>
            <a:ext cx="1217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</p:spTree>
    <p:extLst>
      <p:ext uri="{BB962C8B-B14F-4D97-AF65-F5344CB8AC3E}">
        <p14:creationId xmlns:p14="http://schemas.microsoft.com/office/powerpoint/2010/main" val="1080307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281FA-99AB-372C-F317-FBD6E6AD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E0A607B-E485-EAB9-8C99-9288071412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08CC4EA-4A59-F959-2AAE-069B4D48D8DD}"/>
              </a:ext>
            </a:extLst>
          </p:cNvPr>
          <p:cNvSpPr txBox="1"/>
          <p:nvPr/>
        </p:nvSpPr>
        <p:spPr>
          <a:xfrm>
            <a:off x="3417998" y="1925373"/>
            <a:ext cx="2068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A1C368-22C5-5745-3912-DA751F97BE4F}"/>
              </a:ext>
            </a:extLst>
          </p:cNvPr>
          <p:cNvSpPr txBox="1"/>
          <p:nvPr/>
        </p:nvSpPr>
        <p:spPr>
          <a:xfrm>
            <a:off x="5252429" y="3764136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08FE6B-5ED9-5EE1-B426-3CC9553BC5EB}"/>
              </a:ext>
            </a:extLst>
          </p:cNvPr>
          <p:cNvSpPr txBox="1"/>
          <p:nvPr/>
        </p:nvSpPr>
        <p:spPr>
          <a:xfrm>
            <a:off x="8045410" y="215620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C349A0-2EAA-52EB-AA65-3143EC2521C9}"/>
              </a:ext>
            </a:extLst>
          </p:cNvPr>
          <p:cNvSpPr txBox="1"/>
          <p:nvPr/>
        </p:nvSpPr>
        <p:spPr>
          <a:xfrm>
            <a:off x="9481777" y="1440336"/>
            <a:ext cx="1217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</p:spTree>
    <p:extLst>
      <p:ext uri="{BB962C8B-B14F-4D97-AF65-F5344CB8AC3E}">
        <p14:creationId xmlns:p14="http://schemas.microsoft.com/office/powerpoint/2010/main" val="887217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1D98216B-ED8E-8587-A132-7F5281F63B63}"/>
              </a:ext>
            </a:extLst>
          </p:cNvPr>
          <p:cNvGrpSpPr/>
          <p:nvPr/>
        </p:nvGrpSpPr>
        <p:grpSpPr>
          <a:xfrm>
            <a:off x="1245928" y="-4009293"/>
            <a:ext cx="9700142" cy="13267876"/>
            <a:chOff x="1245928" y="-4009293"/>
            <a:chExt cx="9700142" cy="1326787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02B887E-07F4-E3AE-63FF-462CBF7D4AA6}"/>
                </a:ext>
              </a:extLst>
            </p:cNvPr>
            <p:cNvGrpSpPr/>
            <p:nvPr/>
          </p:nvGrpSpPr>
          <p:grpSpPr>
            <a:xfrm>
              <a:off x="1245929" y="-4009293"/>
              <a:ext cx="9700141" cy="6858000"/>
              <a:chOff x="1245929" y="0"/>
              <a:chExt cx="9700141" cy="6858000"/>
            </a:xfrm>
          </p:grpSpPr>
          <p:pic>
            <p:nvPicPr>
              <p:cNvPr id="3" name="Picture 2" descr="A graph of a number of objects&#10;&#10;AI-generated content may be incorrect.">
                <a:extLst>
                  <a:ext uri="{FF2B5EF4-FFF2-40B4-BE49-F238E27FC236}">
                    <a16:creationId xmlns:a16="http://schemas.microsoft.com/office/drawing/2014/main" id="{4B0B5FB0-7500-F34E-6FA9-4FDF041AEE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45929" y="0"/>
                <a:ext cx="9700141" cy="68580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2A55A-F676-156E-8F3D-68EEF2C6F891}"/>
                  </a:ext>
                </a:extLst>
              </p:cNvPr>
              <p:cNvSpPr txBox="1"/>
              <p:nvPr/>
            </p:nvSpPr>
            <p:spPr>
              <a:xfrm>
                <a:off x="2823339" y="3368655"/>
                <a:ext cx="160875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479AC8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1F8DA1-AC56-2732-D27B-56174BB6E205}"/>
                  </a:ext>
                </a:extLst>
              </p:cNvPr>
              <p:cNvSpPr txBox="1"/>
              <p:nvPr/>
            </p:nvSpPr>
            <p:spPr>
              <a:xfrm>
                <a:off x="6779219" y="1799015"/>
                <a:ext cx="12087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E5A83D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Inner Corner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0C4328E-708C-5FF8-1C0F-34CF4FD62195}"/>
                  </a:ext>
                </a:extLst>
              </p:cNvPr>
              <p:cNvSpPr txBox="1"/>
              <p:nvPr/>
            </p:nvSpPr>
            <p:spPr>
              <a:xfrm>
                <a:off x="7809839" y="5209569"/>
                <a:ext cx="12087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3BB49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Outer Corner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4E3A16-B252-1305-1C14-21EEBBC74EBC}"/>
                  </a:ext>
                </a:extLst>
              </p:cNvPr>
              <p:cNvSpPr txBox="1"/>
              <p:nvPr/>
            </p:nvSpPr>
            <p:spPr>
              <a:xfrm>
                <a:off x="8900374" y="3368654"/>
                <a:ext cx="12087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F833A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Center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270A93-F5FE-4217-7C27-661823FDD5B1}"/>
                  </a:ext>
                </a:extLst>
              </p:cNvPr>
              <p:cNvSpPr txBox="1"/>
              <p:nvPr/>
            </p:nvSpPr>
            <p:spPr>
              <a:xfrm>
                <a:off x="9565750" y="1188183"/>
                <a:ext cx="13205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797C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Random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66C5788-DAAB-837D-8027-D8AE9EA84371}"/>
                </a:ext>
              </a:extLst>
            </p:cNvPr>
            <p:cNvGrpSpPr/>
            <p:nvPr/>
          </p:nvGrpSpPr>
          <p:grpSpPr>
            <a:xfrm>
              <a:off x="1245928" y="2400583"/>
              <a:ext cx="9700141" cy="6858000"/>
              <a:chOff x="1245929" y="0"/>
              <a:chExt cx="9700141" cy="6858000"/>
            </a:xfrm>
          </p:grpSpPr>
          <p:pic>
            <p:nvPicPr>
              <p:cNvPr id="10" name="Picture 9" descr="A graph of different colored lines&#10;&#10;AI-generated content may be incorrect.">
                <a:extLst>
                  <a:ext uri="{FF2B5EF4-FFF2-40B4-BE49-F238E27FC236}">
                    <a16:creationId xmlns:a16="http://schemas.microsoft.com/office/drawing/2014/main" id="{D7B24CCF-F946-9615-5081-D431300430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45929" y="0"/>
                <a:ext cx="9700141" cy="68580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1154DB-FCB8-9901-B795-99266A659D63}"/>
                  </a:ext>
                </a:extLst>
              </p:cNvPr>
              <p:cNvSpPr txBox="1"/>
              <p:nvPr/>
            </p:nvSpPr>
            <p:spPr>
              <a:xfrm>
                <a:off x="3417998" y="1925373"/>
                <a:ext cx="206840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32, 64, 128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7EC4FD0-59B8-2289-05D1-AD56B5D26356}"/>
                  </a:ext>
                </a:extLst>
              </p:cNvPr>
              <p:cNvSpPr txBox="1"/>
              <p:nvPr/>
            </p:nvSpPr>
            <p:spPr>
              <a:xfrm>
                <a:off x="5252429" y="3764136"/>
                <a:ext cx="9510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32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A01F6B-11F5-01B1-E17D-E012B879B219}"/>
                  </a:ext>
                </a:extLst>
              </p:cNvPr>
              <p:cNvSpPr txBox="1"/>
              <p:nvPr/>
            </p:nvSpPr>
            <p:spPr>
              <a:xfrm>
                <a:off x="8045410" y="2156205"/>
                <a:ext cx="9510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64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CB76758-E8D2-BF1D-A315-7269B74F6825}"/>
                  </a:ext>
                </a:extLst>
              </p:cNvPr>
              <p:cNvSpPr txBox="1"/>
              <p:nvPr/>
            </p:nvSpPr>
            <p:spPr>
              <a:xfrm>
                <a:off x="9481777" y="1440336"/>
                <a:ext cx="121789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128</a:t>
                </a:r>
              </a:p>
            </p:txBody>
          </p:sp>
        </p:grp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A3E583C-5A11-B902-8CAB-DD95EF08F76F}"/>
              </a:ext>
            </a:extLst>
          </p:cNvPr>
          <p:cNvSpPr txBox="1"/>
          <p:nvPr/>
        </p:nvSpPr>
        <p:spPr>
          <a:xfrm>
            <a:off x="3705230" y="9258583"/>
            <a:ext cx="4996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 number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85993-D4EF-7FA4-7DB1-8A1338C50668}"/>
              </a:ext>
            </a:extLst>
          </p:cNvPr>
          <p:cNvSpPr txBox="1"/>
          <p:nvPr/>
        </p:nvSpPr>
        <p:spPr>
          <a:xfrm rot="16200000">
            <a:off x="-1791128" y="2270703"/>
            <a:ext cx="4996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Fraction of learned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BC296C-092A-1A58-16CC-4C53F8D14B36}"/>
              </a:ext>
            </a:extLst>
          </p:cNvPr>
          <p:cNvSpPr txBox="1"/>
          <p:nvPr/>
        </p:nvSpPr>
        <p:spPr>
          <a:xfrm>
            <a:off x="1936955" y="-3814916"/>
            <a:ext cx="1042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dirty="0"/>
              <a:t>(a)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AD8848-4D61-6F64-D1C1-A6B42DFAB03A}"/>
              </a:ext>
            </a:extLst>
          </p:cNvPr>
          <p:cNvSpPr txBox="1"/>
          <p:nvPr/>
        </p:nvSpPr>
        <p:spPr>
          <a:xfrm>
            <a:off x="1888510" y="2525502"/>
            <a:ext cx="1042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26313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836E7AB5-6FE4-5390-3757-FDADEDF86C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2840" y="0"/>
            <a:ext cx="484632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D06208-EA63-27A0-AA02-F55CA27327CB}"/>
              </a:ext>
            </a:extLst>
          </p:cNvPr>
          <p:cNvSpPr txBox="1"/>
          <p:nvPr/>
        </p:nvSpPr>
        <p:spPr>
          <a:xfrm>
            <a:off x="4183366" y="1106960"/>
            <a:ext cx="2068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CCC5F6-1108-9D09-C178-C8228A9DDBD2}"/>
              </a:ext>
            </a:extLst>
          </p:cNvPr>
          <p:cNvSpPr txBox="1"/>
          <p:nvPr/>
        </p:nvSpPr>
        <p:spPr>
          <a:xfrm>
            <a:off x="5664162" y="1606960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8C8177-7969-704F-6E08-BB7776001854}"/>
              </a:ext>
            </a:extLst>
          </p:cNvPr>
          <p:cNvSpPr txBox="1"/>
          <p:nvPr/>
        </p:nvSpPr>
        <p:spPr>
          <a:xfrm>
            <a:off x="6816823" y="1245459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D11AEF-DF60-0038-9518-9AFCEB2FF2E3}"/>
              </a:ext>
            </a:extLst>
          </p:cNvPr>
          <p:cNvSpPr txBox="1"/>
          <p:nvPr/>
        </p:nvSpPr>
        <p:spPr>
          <a:xfrm>
            <a:off x="7413891" y="718882"/>
            <a:ext cx="12178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52CF82-2F5A-B49B-C321-DA6801606133}"/>
              </a:ext>
            </a:extLst>
          </p:cNvPr>
          <p:cNvSpPr txBox="1"/>
          <p:nvPr/>
        </p:nvSpPr>
        <p:spPr>
          <a:xfrm>
            <a:off x="5006477" y="4161415"/>
            <a:ext cx="16087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1A029E-9853-8132-DB6E-1A6921AF2D1E}"/>
              </a:ext>
            </a:extLst>
          </p:cNvPr>
          <p:cNvSpPr txBox="1"/>
          <p:nvPr/>
        </p:nvSpPr>
        <p:spPr>
          <a:xfrm>
            <a:off x="5709622" y="5209568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51030A-3CF3-D33E-1DF6-EC7396B2147C}"/>
              </a:ext>
            </a:extLst>
          </p:cNvPr>
          <p:cNvSpPr txBox="1"/>
          <p:nvPr/>
        </p:nvSpPr>
        <p:spPr>
          <a:xfrm>
            <a:off x="7029286" y="5612541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912273-31D7-31FA-0352-3C96483E5857}"/>
              </a:ext>
            </a:extLst>
          </p:cNvPr>
          <p:cNvSpPr txBox="1"/>
          <p:nvPr/>
        </p:nvSpPr>
        <p:spPr>
          <a:xfrm>
            <a:off x="7229294" y="4736059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427DFD-6F81-11EA-9697-0E6888C076BE}"/>
              </a:ext>
            </a:extLst>
          </p:cNvPr>
          <p:cNvSpPr txBox="1"/>
          <p:nvPr/>
        </p:nvSpPr>
        <p:spPr>
          <a:xfrm>
            <a:off x="7497863" y="3774730"/>
            <a:ext cx="1320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b="1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4046130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54BA642-4D72-2DC1-AB7E-0B7E70859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B60429-4B92-7C8F-D241-1B055E8C6DEF}"/>
              </a:ext>
            </a:extLst>
          </p:cNvPr>
          <p:cNvSpPr txBox="1"/>
          <p:nvPr/>
        </p:nvSpPr>
        <p:spPr>
          <a:xfrm>
            <a:off x="3988173" y="1440612"/>
            <a:ext cx="1221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0.0</a:t>
            </a:r>
            <a:endParaRPr lang="en-PH" sz="2400" dirty="0">
              <a:solidFill>
                <a:srgbClr val="0173B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5DDB3A-4AC2-0105-4589-7B9203E5899A}"/>
              </a:ext>
            </a:extLst>
          </p:cNvPr>
          <p:cNvSpPr txBox="1"/>
          <p:nvPr/>
        </p:nvSpPr>
        <p:spPr>
          <a:xfrm>
            <a:off x="5995694" y="1113320"/>
            <a:ext cx="1277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08AC0A-ADC4-85C8-3C8B-FE0CA60C20C6}"/>
              </a:ext>
            </a:extLst>
          </p:cNvPr>
          <p:cNvSpPr txBox="1"/>
          <p:nvPr/>
        </p:nvSpPr>
        <p:spPr>
          <a:xfrm>
            <a:off x="4928844" y="2993739"/>
            <a:ext cx="1221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5B0590-3C6C-3C3F-D11B-8FB22AFA7E8E}"/>
              </a:ext>
            </a:extLst>
          </p:cNvPr>
          <p:cNvSpPr txBox="1"/>
          <p:nvPr/>
        </p:nvSpPr>
        <p:spPr>
          <a:xfrm>
            <a:off x="4857750" y="3964324"/>
            <a:ext cx="1776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0, 0.2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BE308A-BABE-8D6A-2D88-9E64E92F4EB7}"/>
              </a:ext>
            </a:extLst>
          </p:cNvPr>
          <p:cNvSpPr txBox="1"/>
          <p:nvPr/>
        </p:nvSpPr>
        <p:spPr>
          <a:xfrm>
            <a:off x="7181088" y="4006996"/>
            <a:ext cx="1638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91018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37662ED-05FB-C305-CD89-0100A017C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8FBAD4-519D-C680-1951-33C81527585B}"/>
              </a:ext>
            </a:extLst>
          </p:cNvPr>
          <p:cNvSpPr txBox="1"/>
          <p:nvPr/>
        </p:nvSpPr>
        <p:spPr>
          <a:xfrm>
            <a:off x="3109938" y="1804351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0.9</a:t>
            </a:r>
            <a:endParaRPr lang="en-PH" sz="2400" dirty="0">
              <a:solidFill>
                <a:srgbClr val="0B79B5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726F2-9BBD-7291-60D1-27E6B6456DF3}"/>
              </a:ext>
            </a:extLst>
          </p:cNvPr>
          <p:cNvSpPr txBox="1"/>
          <p:nvPr/>
        </p:nvSpPr>
        <p:spPr>
          <a:xfrm>
            <a:off x="4259050" y="3052775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47D6F8-DBEA-C227-E4F7-4AF1B4CECE89}"/>
              </a:ext>
            </a:extLst>
          </p:cNvPr>
          <p:cNvSpPr txBox="1"/>
          <p:nvPr/>
        </p:nvSpPr>
        <p:spPr>
          <a:xfrm>
            <a:off x="3641462" y="4480588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515C1-A736-5EF0-A6C3-EF06A6C7D2F0}"/>
              </a:ext>
            </a:extLst>
          </p:cNvPr>
          <p:cNvSpPr txBox="1"/>
          <p:nvPr/>
        </p:nvSpPr>
        <p:spPr>
          <a:xfrm>
            <a:off x="5176762" y="2024222"/>
            <a:ext cx="1149112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0.9</a:t>
            </a:r>
            <a:endParaRPr lang="en-PH" sz="2400" dirty="0">
              <a:solidFill>
                <a:srgbClr val="E094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412A06-5D04-791F-804B-02E81E5C2786}"/>
              </a:ext>
            </a:extLst>
          </p:cNvPr>
          <p:cNvSpPr txBox="1"/>
          <p:nvPr/>
        </p:nvSpPr>
        <p:spPr>
          <a:xfrm>
            <a:off x="6519730" y="3514440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7E988E-CEA3-5058-DA62-07169899CEF0}"/>
              </a:ext>
            </a:extLst>
          </p:cNvPr>
          <p:cNvSpPr txBox="1"/>
          <p:nvPr/>
        </p:nvSpPr>
        <p:spPr>
          <a:xfrm>
            <a:off x="7990158" y="4249755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23149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00053E7-751B-8146-CE1C-3A82FB3DD5EC}"/>
              </a:ext>
            </a:extLst>
          </p:cNvPr>
          <p:cNvGrpSpPr/>
          <p:nvPr/>
        </p:nvGrpSpPr>
        <p:grpSpPr>
          <a:xfrm>
            <a:off x="3672840" y="0"/>
            <a:ext cx="4846320" cy="6858000"/>
            <a:chOff x="3672840" y="0"/>
            <a:chExt cx="4846320" cy="6858000"/>
          </a:xfrm>
        </p:grpSpPr>
        <p:pic>
          <p:nvPicPr>
            <p:cNvPr id="3" name="Picture 2" descr="A graph of a function&#10;&#10;AI-generated content may be incorrect.">
              <a:extLst>
                <a:ext uri="{FF2B5EF4-FFF2-40B4-BE49-F238E27FC236}">
                  <a16:creationId xmlns:a16="http://schemas.microsoft.com/office/drawing/2014/main" id="{FC880BFB-4453-078C-7CD3-A22384AD2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72840" y="0"/>
              <a:ext cx="4846320" cy="68580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CAC7AA1-94D0-B4CA-5CD6-700B362907D7}"/>
                </a:ext>
              </a:extLst>
            </p:cNvPr>
            <p:cNvSpPr txBox="1"/>
            <p:nvPr/>
          </p:nvSpPr>
          <p:spPr>
            <a:xfrm>
              <a:off x="4270522" y="1093259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4ECB953-9119-01BF-CF02-07FA65E93BDF}"/>
                </a:ext>
              </a:extLst>
            </p:cNvPr>
            <p:cNvSpPr txBox="1"/>
            <p:nvPr/>
          </p:nvSpPr>
          <p:spPr>
            <a:xfrm>
              <a:off x="4946888" y="1663838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F333F8-1DEF-F449-58FB-913FFC328E7F}"/>
                </a:ext>
              </a:extLst>
            </p:cNvPr>
            <p:cNvSpPr txBox="1"/>
            <p:nvPr/>
          </p:nvSpPr>
          <p:spPr>
            <a:xfrm>
              <a:off x="4653527" y="2381957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43A8D2-B90D-5072-263E-1A9F459A1C19}"/>
                </a:ext>
              </a:extLst>
            </p:cNvPr>
            <p:cNvSpPr txBox="1"/>
            <p:nvPr/>
          </p:nvSpPr>
          <p:spPr>
            <a:xfrm>
              <a:off x="5521444" y="816260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B3134E6-7745-00D9-A85E-2E0F4DC09B96}"/>
                </a:ext>
              </a:extLst>
            </p:cNvPr>
            <p:cNvSpPr txBox="1"/>
            <p:nvPr/>
          </p:nvSpPr>
          <p:spPr>
            <a:xfrm>
              <a:off x="6158468" y="1663837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4D60900-E4CA-1A81-7B8A-605507F680D8}"/>
                </a:ext>
              </a:extLst>
            </p:cNvPr>
            <p:cNvSpPr txBox="1"/>
            <p:nvPr/>
          </p:nvSpPr>
          <p:spPr>
            <a:xfrm>
              <a:off x="7137723" y="1187351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8B20C2-5C43-1E40-6FA5-504FA6D44208}"/>
                </a:ext>
              </a:extLst>
            </p:cNvPr>
            <p:cNvSpPr txBox="1"/>
            <p:nvPr/>
          </p:nvSpPr>
          <p:spPr>
            <a:xfrm>
              <a:off x="5229936" y="3604673"/>
              <a:ext cx="122128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0.0</a:t>
              </a:r>
              <a:endParaRPr lang="en-PH" sz="12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9B42B6-FAEC-4735-7198-0B00DBFD3959}"/>
                </a:ext>
              </a:extLst>
            </p:cNvPr>
            <p:cNvSpPr txBox="1"/>
            <p:nvPr/>
          </p:nvSpPr>
          <p:spPr>
            <a:xfrm>
              <a:off x="5942102" y="3722908"/>
              <a:ext cx="12776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1633184-C1B0-CBC5-96AA-D1ACC05C41B7}"/>
                </a:ext>
              </a:extLst>
            </p:cNvPr>
            <p:cNvSpPr txBox="1"/>
            <p:nvPr/>
          </p:nvSpPr>
          <p:spPr>
            <a:xfrm>
              <a:off x="5672421" y="4481478"/>
              <a:ext cx="122128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059C2AC-CDB1-DFE9-BA63-596AE1C98631}"/>
                </a:ext>
              </a:extLst>
            </p:cNvPr>
            <p:cNvSpPr txBox="1"/>
            <p:nvPr/>
          </p:nvSpPr>
          <p:spPr>
            <a:xfrm>
              <a:off x="5477398" y="4896976"/>
              <a:ext cx="17767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0, 0.2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3521EE0-1895-E932-80CC-9EDB744A94FA}"/>
                </a:ext>
              </a:extLst>
            </p:cNvPr>
            <p:cNvSpPr txBox="1"/>
            <p:nvPr/>
          </p:nvSpPr>
          <p:spPr>
            <a:xfrm>
              <a:off x="6670556" y="4204479"/>
              <a:ext cx="16388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9976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CEFBA-787B-DA9B-3C02-B07F50331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7FF99198-0B7F-67B8-9510-C2FC643B0481}"/>
              </a:ext>
            </a:extLst>
          </p:cNvPr>
          <p:cNvGrpSpPr/>
          <p:nvPr/>
        </p:nvGrpSpPr>
        <p:grpSpPr>
          <a:xfrm>
            <a:off x="647675" y="784447"/>
            <a:ext cx="9790437" cy="4034388"/>
            <a:chOff x="-343611" y="922315"/>
            <a:chExt cx="9790437" cy="4034388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CAC7C86-3520-B627-0626-DD12F095B0E0}"/>
                </a:ext>
              </a:extLst>
            </p:cNvPr>
            <p:cNvGrpSpPr/>
            <p:nvPr/>
          </p:nvGrpSpPr>
          <p:grpSpPr>
            <a:xfrm>
              <a:off x="-343611" y="1326571"/>
              <a:ext cx="9790437" cy="1706861"/>
              <a:chOff x="820555" y="938226"/>
              <a:chExt cx="9790437" cy="1706861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68AE401-65AD-FEA0-A09D-AE97B3698077}"/>
                  </a:ext>
                </a:extLst>
              </p:cNvPr>
              <p:cNvGrpSpPr/>
              <p:nvPr/>
            </p:nvGrpSpPr>
            <p:grpSpPr>
              <a:xfrm flipV="1">
                <a:off x="1250992" y="938228"/>
                <a:ext cx="9360000" cy="1706859"/>
                <a:chOff x="-11061493" y="0"/>
                <a:chExt cx="34152392" cy="6858000"/>
              </a:xfrm>
            </p:grpSpPr>
            <p:pic>
              <p:nvPicPr>
                <p:cNvPr id="5" name="Picture 4" descr="A blue and black squares&#10;&#10;AI-generated content may be incorrect.">
                  <a:extLst>
                    <a:ext uri="{FF2B5EF4-FFF2-40B4-BE49-F238E27FC236}">
                      <a16:creationId xmlns:a16="http://schemas.microsoft.com/office/drawing/2014/main" id="{9D13B88A-751F-8C1C-2864-B4502E985A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1061493" y="0"/>
                  <a:ext cx="8270154" cy="6858000"/>
                </a:xfrm>
                <a:prstGeom prst="rect">
                  <a:avLst/>
                </a:prstGeom>
              </p:spPr>
            </p:pic>
            <p:pic>
              <p:nvPicPr>
                <p:cNvPr id="7" name="Picture 6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A4021F74-B028-E2DE-E3DB-19E6756321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4265837" y="0"/>
                  <a:ext cx="8255671" cy="6858000"/>
                </a:xfrm>
                <a:prstGeom prst="rect">
                  <a:avLst/>
                </a:prstGeom>
              </p:spPr>
            </p:pic>
            <p:pic>
              <p:nvPicPr>
                <p:cNvPr id="9" name="Picture 8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243D9C55-9C4E-D33D-E642-9DEF78827C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30496" y="0"/>
                  <a:ext cx="8169838" cy="6858000"/>
                </a:xfrm>
                <a:prstGeom prst="rect">
                  <a:avLst/>
                </a:prstGeom>
              </p:spPr>
            </p:pic>
            <p:pic>
              <p:nvPicPr>
                <p:cNvPr id="11" name="Picture 10" descr="A blue and white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4CE8D7AF-F2E2-DBE0-223E-4DF11302EC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71952" y="0"/>
                  <a:ext cx="8200416" cy="6858000"/>
                </a:xfrm>
                <a:prstGeom prst="rect">
                  <a:avLst/>
                </a:prstGeom>
              </p:spPr>
            </p:pic>
            <p:pic>
              <p:nvPicPr>
                <p:cNvPr id="3" name="Picture 2" descr="A blue and white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438B06D0-1E3D-8477-2256-7F32AB3072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15364"/>
                <a:stretch/>
              </p:blipFill>
              <p:spPr>
                <a:xfrm>
                  <a:off x="16182452" y="0"/>
                  <a:ext cx="6908447" cy="6858000"/>
                </a:xfrm>
                <a:prstGeom prst="rect">
                  <a:avLst/>
                </a:prstGeom>
              </p:spPr>
            </p:pic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9E5C21B-38F0-F4E5-D676-CA509BAFFBB3}"/>
                  </a:ext>
                </a:extLst>
              </p:cNvPr>
              <p:cNvSpPr txBox="1"/>
              <p:nvPr/>
            </p:nvSpPr>
            <p:spPr>
              <a:xfrm rot="16200000">
                <a:off x="214405" y="1544376"/>
                <a:ext cx="16739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9D91988-1D40-8A1D-C49A-2FCA4CC8C95D}"/>
                </a:ext>
              </a:extLst>
            </p:cNvPr>
            <p:cNvGrpSpPr/>
            <p:nvPr/>
          </p:nvGrpSpPr>
          <p:grpSpPr>
            <a:xfrm>
              <a:off x="-315737" y="922315"/>
              <a:ext cx="9762563" cy="4034388"/>
              <a:chOff x="848429" y="533970"/>
              <a:chExt cx="9762563" cy="4034388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F949B613-4A04-EC17-14C2-1C7C99AE5E0D}"/>
                  </a:ext>
                </a:extLst>
              </p:cNvPr>
              <p:cNvGrpSpPr/>
              <p:nvPr/>
            </p:nvGrpSpPr>
            <p:grpSpPr>
              <a:xfrm>
                <a:off x="1250992" y="2645087"/>
                <a:ext cx="9360000" cy="1848619"/>
                <a:chOff x="-11061493" y="-10367094"/>
                <a:chExt cx="34369169" cy="6858000"/>
              </a:xfrm>
            </p:grpSpPr>
            <p:pic>
              <p:nvPicPr>
                <p:cNvPr id="2" name="Picture 1" descr="A screenshot of a video game&#10;&#10;AI-generated content may be incorrect.">
                  <a:extLst>
                    <a:ext uri="{FF2B5EF4-FFF2-40B4-BE49-F238E27FC236}">
                      <a16:creationId xmlns:a16="http://schemas.microsoft.com/office/drawing/2014/main" id="{D68D6490-D006-1231-33DA-7EEC3AA1CE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1061493" y="-10367094"/>
                  <a:ext cx="8131217" cy="6858000"/>
                </a:xfrm>
                <a:prstGeom prst="rect">
                  <a:avLst/>
                </a:prstGeom>
              </p:spPr>
            </p:pic>
            <p:pic>
              <p:nvPicPr>
                <p:cNvPr id="4" name="Picture 3" descr="A pixelated image of a person&#10;&#10;AI-generated content may be incorrect.">
                  <a:extLst>
                    <a:ext uri="{FF2B5EF4-FFF2-40B4-BE49-F238E27FC236}">
                      <a16:creationId xmlns:a16="http://schemas.microsoft.com/office/drawing/2014/main" id="{81360E2E-B088-6A5B-2D2D-DDE7C4397B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4206742" y="-10367094"/>
                  <a:ext cx="8137477" cy="6858000"/>
                </a:xfrm>
                <a:prstGeom prst="rect">
                  <a:avLst/>
                </a:prstGeom>
              </p:spPr>
            </p:pic>
            <p:pic>
              <p:nvPicPr>
                <p:cNvPr id="6" name="Picture 5" descr="A blue and black pixelated objects&#10;&#10;AI-generated content may be incorrect.">
                  <a:extLst>
                    <a:ext uri="{FF2B5EF4-FFF2-40B4-BE49-F238E27FC236}">
                      <a16:creationId xmlns:a16="http://schemas.microsoft.com/office/drawing/2014/main" id="{8BD5EA56-020E-2B8D-A96A-3FABA20742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87768" y="-10367094"/>
                  <a:ext cx="8137966" cy="6858000"/>
                </a:xfrm>
                <a:prstGeom prst="rect">
                  <a:avLst/>
                </a:prstGeom>
              </p:spPr>
            </p:pic>
            <p:pic>
              <p:nvPicPr>
                <p:cNvPr id="8" name="Picture 7" descr="A blue and black pixelated squares&#10;&#10;AI-generated content may be incorrect.">
                  <a:extLst>
                    <a:ext uri="{FF2B5EF4-FFF2-40B4-BE49-F238E27FC236}">
                      <a16:creationId xmlns:a16="http://schemas.microsoft.com/office/drawing/2014/main" id="{6FA47EDB-8C59-36B9-016A-35EBE8BC46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04232" y="-10367094"/>
                  <a:ext cx="8147043" cy="6858000"/>
                </a:xfrm>
                <a:prstGeom prst="rect">
                  <a:avLst/>
                </a:prstGeom>
              </p:spPr>
            </p:pic>
            <p:pic>
              <p:nvPicPr>
                <p:cNvPr id="10" name="Picture 9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9BBF71F4-1A6A-3769-8406-7A19817F45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15737"/>
                <a:stretch/>
              </p:blipFill>
              <p:spPr>
                <a:xfrm>
                  <a:off x="16399231" y="-10367094"/>
                  <a:ext cx="6908445" cy="6858000"/>
                </a:xfrm>
                <a:prstGeom prst="rect">
                  <a:avLst/>
                </a:prstGeom>
              </p:spPr>
            </p:pic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44A09FE-A772-AE0D-49FA-EA34D3197F96}"/>
                  </a:ext>
                </a:extLst>
              </p:cNvPr>
              <p:cNvSpPr txBox="1"/>
              <p:nvPr/>
            </p:nvSpPr>
            <p:spPr>
              <a:xfrm rot="16200000">
                <a:off x="154952" y="3413215"/>
                <a:ext cx="18486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Peer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BD4BA52-8FF6-39A7-F35C-AE1BE2E158E1}"/>
                      </a:ext>
                    </a:extLst>
                  </p:cNvPr>
                  <p:cNvSpPr txBox="1"/>
                  <p:nvPr/>
                </p:nvSpPr>
                <p:spPr>
                  <a:xfrm>
                    <a:off x="1517761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BD4BA52-8FF6-39A7-F35C-AE1BE2E158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17761" y="533970"/>
                    <a:ext cx="1275311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410C86F-D365-F7AB-F40C-AA81793C0A41}"/>
                      </a:ext>
                    </a:extLst>
                  </p:cNvPr>
                  <p:cNvSpPr txBox="1"/>
                  <p:nvPr/>
                </p:nvSpPr>
                <p:spPr>
                  <a:xfrm>
                    <a:off x="3456303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=8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410C86F-D365-F7AB-F40C-AA81793C0A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56303" y="533970"/>
                    <a:ext cx="1275311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5F0B10-64D0-9C39-58EA-7DF19B56CC55}"/>
                      </a:ext>
                    </a:extLst>
                  </p:cNvPr>
                  <p:cNvSpPr txBox="1"/>
                  <p:nvPr/>
                </p:nvSpPr>
                <p:spPr>
                  <a:xfrm>
                    <a:off x="5307128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=16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5F0B10-64D0-9C39-58EA-7DF19B56CC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07128" y="533970"/>
                    <a:ext cx="1275311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D079931-FA57-3CC3-31BF-742DC7576903}"/>
                      </a:ext>
                    </a:extLst>
                  </p:cNvPr>
                  <p:cNvSpPr txBox="1"/>
                  <p:nvPr/>
                </p:nvSpPr>
                <p:spPr>
                  <a:xfrm>
                    <a:off x="7211696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=32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D079931-FA57-3CC3-31BF-742DC75769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11696" y="533970"/>
                    <a:ext cx="1275311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B6D9252-1EEA-36EB-4637-769F0B43F80B}"/>
                      </a:ext>
                    </a:extLst>
                  </p:cNvPr>
                  <p:cNvSpPr txBox="1"/>
                  <p:nvPr/>
                </p:nvSpPr>
                <p:spPr>
                  <a:xfrm>
                    <a:off x="9116264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=54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B6D9252-1EEA-36EB-4637-769F0B43F8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16264" y="533970"/>
                    <a:ext cx="1275311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ED3B6BC6-FE53-E11B-9112-575BE1CCD0D3}"/>
              </a:ext>
            </a:extLst>
          </p:cNvPr>
          <p:cNvSpPr txBox="1"/>
          <p:nvPr/>
        </p:nvSpPr>
        <p:spPr>
          <a:xfrm rot="16200000">
            <a:off x="3314024" y="4317752"/>
            <a:ext cx="492443" cy="14732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PH" sz="2000" dirty="0">
                <a:latin typeface="TeXGyreHeros" panose="00000500000000000000" pitchFamily="50" charset="0"/>
                <a:cs typeface="Times New Roman" panose="02020603050405020304" pitchFamily="18" charset="0"/>
              </a:rPr>
              <a:t>Learned: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F402A04-90BD-6A60-D24C-87DDECA0A2B4}"/>
              </a:ext>
            </a:extLst>
          </p:cNvPr>
          <p:cNvSpPr txBox="1"/>
          <p:nvPr/>
        </p:nvSpPr>
        <p:spPr>
          <a:xfrm rot="16200000">
            <a:off x="1597620" y="4288623"/>
            <a:ext cx="492443" cy="1531458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PH" sz="2000" dirty="0">
                <a:latin typeface="TeXGyreHeros" panose="00000500000000000000" pitchFamily="50" charset="0"/>
                <a:cs typeface="Times New Roman" panose="02020603050405020304" pitchFamily="18" charset="0"/>
              </a:rPr>
              <a:t>Unlearned: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B237CB3-860E-DD27-DDDC-3953547022A4}"/>
              </a:ext>
            </a:extLst>
          </p:cNvPr>
          <p:cNvSpPr/>
          <p:nvPr/>
        </p:nvSpPr>
        <p:spPr>
          <a:xfrm>
            <a:off x="1181630" y="5262787"/>
            <a:ext cx="378594" cy="378000"/>
          </a:xfrm>
          <a:prstGeom prst="rect">
            <a:avLst/>
          </a:prstGeom>
          <a:solidFill>
            <a:srgbClr val="D2E6FF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176B35F-B1F4-DFD0-5337-0CD87EA92025}"/>
              </a:ext>
            </a:extLst>
          </p:cNvPr>
          <p:cNvSpPr/>
          <p:nvPr/>
        </p:nvSpPr>
        <p:spPr>
          <a:xfrm>
            <a:off x="4997801" y="5262787"/>
            <a:ext cx="378594" cy="378000"/>
          </a:xfrm>
          <a:prstGeom prst="rect">
            <a:avLst/>
          </a:prstGeom>
          <a:solidFill>
            <a:srgbClr val="1F83FF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17506-F720-D42B-8F8C-1E668965827A}"/>
                  </a:ext>
                </a:extLst>
              </p:cNvPr>
              <p:cNvSpPr txBox="1"/>
              <p:nvPr/>
            </p:nvSpPr>
            <p:spPr>
              <a:xfrm rot="16200000">
                <a:off x="3863585" y="4494232"/>
                <a:ext cx="430887" cy="1915111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16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Slow </a:t>
                </a:r>
                <a14:m>
                  <m:oMath xmlns:m="http://schemas.openxmlformats.org/officeDocument/2006/math"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𝛿𝜆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PH" sz="1600" dirty="0">
                  <a:latin typeface="TeXGyreHeros" panose="00000500000000000000" pitchFamily="50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17506-F720-D42B-8F8C-1E6689658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863585" y="4494232"/>
                <a:ext cx="430887" cy="1915111"/>
              </a:xfrm>
              <a:prstGeom prst="rect">
                <a:avLst/>
              </a:prstGeom>
              <a:blipFill>
                <a:blip r:embed="rId17"/>
                <a:stretch>
                  <a:fillRect l="-4140" b="-563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FC4E5ACE-6173-A2F2-AFA9-16877CEDB11B}"/>
              </a:ext>
            </a:extLst>
          </p:cNvPr>
          <p:cNvSpPr/>
          <p:nvPr/>
        </p:nvSpPr>
        <p:spPr>
          <a:xfrm>
            <a:off x="7754183" y="5262787"/>
            <a:ext cx="378594" cy="378000"/>
          </a:xfrm>
          <a:prstGeom prst="rect">
            <a:avLst/>
          </a:prstGeom>
          <a:solidFill>
            <a:srgbClr val="061A33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6263B-9D65-303D-EC56-73F3A488E2F0}"/>
                  </a:ext>
                </a:extLst>
              </p:cNvPr>
              <p:cNvSpPr txBox="1"/>
              <p:nvPr/>
            </p:nvSpPr>
            <p:spPr>
              <a:xfrm rot="16200000">
                <a:off x="6619967" y="4494232"/>
                <a:ext cx="430887" cy="1915111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16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Fast </a:t>
                </a:r>
                <a14:m>
                  <m:oMath xmlns:m="http://schemas.openxmlformats.org/officeDocument/2006/math"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𝛿𝜆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PH" sz="1600" dirty="0">
                  <a:latin typeface="TeXGyreHeros" panose="00000500000000000000" pitchFamily="50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6263B-9D65-303D-EC56-73F3A488E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619967" y="4494232"/>
                <a:ext cx="430887" cy="1915111"/>
              </a:xfrm>
              <a:prstGeom prst="rect">
                <a:avLst/>
              </a:prstGeom>
              <a:blipFill>
                <a:blip r:embed="rId18"/>
                <a:stretch>
                  <a:fillRect l="-4140" b="-563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6465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0BC17-5648-2B7A-1B40-0052B9271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A660FA0-F510-ECD1-B7C5-EDC85CC78139}"/>
              </a:ext>
            </a:extLst>
          </p:cNvPr>
          <p:cNvGrpSpPr/>
          <p:nvPr/>
        </p:nvGrpSpPr>
        <p:grpSpPr>
          <a:xfrm>
            <a:off x="919924" y="422897"/>
            <a:ext cx="9860744" cy="4946846"/>
            <a:chOff x="919924" y="422897"/>
            <a:chExt cx="9860744" cy="4946846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AD1CF08-63C4-5067-F50B-2212334161CB}"/>
                </a:ext>
              </a:extLst>
            </p:cNvPr>
            <p:cNvGrpSpPr/>
            <p:nvPr/>
          </p:nvGrpSpPr>
          <p:grpSpPr>
            <a:xfrm>
              <a:off x="990231" y="748463"/>
              <a:ext cx="9790437" cy="4034388"/>
              <a:chOff x="-343611" y="922315"/>
              <a:chExt cx="9790437" cy="4034388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A6AB8C4A-3CF1-A05E-0005-7448D1BC3C1E}"/>
                  </a:ext>
                </a:extLst>
              </p:cNvPr>
              <p:cNvGrpSpPr/>
              <p:nvPr/>
            </p:nvGrpSpPr>
            <p:grpSpPr>
              <a:xfrm>
                <a:off x="-343611" y="1326571"/>
                <a:ext cx="9790437" cy="1706861"/>
                <a:chOff x="820555" y="938226"/>
                <a:chExt cx="9790437" cy="1706861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2550FC44-C13E-0B9C-C00B-29B140CA223D}"/>
                    </a:ext>
                  </a:extLst>
                </p:cNvPr>
                <p:cNvGrpSpPr/>
                <p:nvPr/>
              </p:nvGrpSpPr>
              <p:grpSpPr>
                <a:xfrm flipV="1">
                  <a:off x="1250992" y="938228"/>
                  <a:ext cx="9360000" cy="1706859"/>
                  <a:chOff x="-11061493" y="0"/>
                  <a:chExt cx="34152392" cy="6858000"/>
                </a:xfrm>
              </p:grpSpPr>
              <p:pic>
                <p:nvPicPr>
                  <p:cNvPr id="5" name="Picture 4" descr="A blue and black squares&#10;&#10;AI-generated content may be incorrect.">
                    <a:extLst>
                      <a:ext uri="{FF2B5EF4-FFF2-40B4-BE49-F238E27FC236}">
                        <a16:creationId xmlns:a16="http://schemas.microsoft.com/office/drawing/2014/main" id="{9BCC29D4-C531-A62E-CAA9-FF951257E28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11061493" y="0"/>
                    <a:ext cx="8270154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7" name="Picture 6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5A52CDCC-88AF-6258-6E3E-53E41C4D4FD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4265837" y="0"/>
                    <a:ext cx="8255671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9" name="Picture 8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8A20B289-6DA7-35D1-DFC5-BD5C31B0E57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630496" y="0"/>
                    <a:ext cx="8169838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11" name="Picture 10" descr="A blue and white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C1AD6E0B-6288-9CDD-8591-04656CEB35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371952" y="0"/>
                    <a:ext cx="8200416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3" name="Picture 2" descr="A blue and white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64FF0A46-1E24-5E65-2962-9DAD4290694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15364"/>
                  <a:stretch/>
                </p:blipFill>
                <p:spPr>
                  <a:xfrm>
                    <a:off x="16182452" y="0"/>
                    <a:ext cx="6908447" cy="68580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41335EB-B321-1A49-DADF-4BD844C0ED78}"/>
                    </a:ext>
                  </a:extLst>
                </p:cNvPr>
                <p:cNvSpPr txBox="1"/>
                <p:nvPr/>
              </p:nvSpPr>
              <p:spPr>
                <a:xfrm rot="16200000">
                  <a:off x="214405" y="1544376"/>
                  <a:ext cx="1673965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PH" sz="2400" dirty="0">
                      <a:latin typeface="TeXGyreHeros" panose="00000500000000000000" pitchFamily="50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Traditional</a:t>
                  </a:r>
                </a:p>
              </p:txBody>
            </p:sp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B65CEEE8-02A8-23BF-309A-2AE25FB8963C}"/>
                  </a:ext>
                </a:extLst>
              </p:cNvPr>
              <p:cNvGrpSpPr/>
              <p:nvPr/>
            </p:nvGrpSpPr>
            <p:grpSpPr>
              <a:xfrm>
                <a:off x="-315737" y="922315"/>
                <a:ext cx="9762563" cy="4034388"/>
                <a:chOff x="848429" y="533970"/>
                <a:chExt cx="9762563" cy="403438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D693BAA3-7C58-4AAC-F972-01FCFC8DB27F}"/>
                    </a:ext>
                  </a:extLst>
                </p:cNvPr>
                <p:cNvGrpSpPr/>
                <p:nvPr/>
              </p:nvGrpSpPr>
              <p:grpSpPr>
                <a:xfrm>
                  <a:off x="1250992" y="2645087"/>
                  <a:ext cx="9360000" cy="1848619"/>
                  <a:chOff x="-11061493" y="-10367094"/>
                  <a:chExt cx="34369169" cy="6858000"/>
                </a:xfrm>
              </p:grpSpPr>
              <p:pic>
                <p:nvPicPr>
                  <p:cNvPr id="2" name="Picture 1" descr="A screenshot of a video game&#10;&#10;AI-generated content may be incorrect.">
                    <a:extLst>
                      <a:ext uri="{FF2B5EF4-FFF2-40B4-BE49-F238E27FC236}">
                        <a16:creationId xmlns:a16="http://schemas.microsoft.com/office/drawing/2014/main" id="{BA960BFC-8BAF-8690-A037-0808804B33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11061493" y="-10367094"/>
                    <a:ext cx="8131217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4" name="Picture 3" descr="A pixelated image of a person&#10;&#10;AI-generated content may be incorrect.">
                    <a:extLst>
                      <a:ext uri="{FF2B5EF4-FFF2-40B4-BE49-F238E27FC236}">
                        <a16:creationId xmlns:a16="http://schemas.microsoft.com/office/drawing/2014/main" id="{D093D0A5-42E0-4CE6-8260-3DF47C0FB26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4206742" y="-10367094"/>
                    <a:ext cx="8137477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6" name="Picture 5" descr="A blue and black pixelated objects&#10;&#10;AI-generated content may be incorrect.">
                    <a:extLst>
                      <a:ext uri="{FF2B5EF4-FFF2-40B4-BE49-F238E27FC236}">
                        <a16:creationId xmlns:a16="http://schemas.microsoft.com/office/drawing/2014/main" id="{BB592360-B0F8-6DC9-6DB1-B09DB71A067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687768" y="-10367094"/>
                    <a:ext cx="8137966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8" name="Picture 7" descr="A blue and black pixelated squares&#10;&#10;AI-generated content may be incorrect.">
                    <a:extLst>
                      <a:ext uri="{FF2B5EF4-FFF2-40B4-BE49-F238E27FC236}">
                        <a16:creationId xmlns:a16="http://schemas.microsoft.com/office/drawing/2014/main" id="{930B429E-725D-EF10-127D-A0CE285D3D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504232" y="-10367094"/>
                    <a:ext cx="8147043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10" name="Picture 9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9E8ADCEB-41E7-DAF0-2C2D-BEFC0CFCAF4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15737"/>
                  <a:stretch/>
                </p:blipFill>
                <p:spPr>
                  <a:xfrm>
                    <a:off x="16399231" y="-10367094"/>
                    <a:ext cx="6908445" cy="68580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0A506F4-A1CC-065D-E889-362A69BC4E54}"/>
                    </a:ext>
                  </a:extLst>
                </p:cNvPr>
                <p:cNvSpPr txBox="1"/>
                <p:nvPr/>
              </p:nvSpPr>
              <p:spPr>
                <a:xfrm rot="16200000">
                  <a:off x="154952" y="3413215"/>
                  <a:ext cx="184862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PH" sz="2400" dirty="0">
                      <a:latin typeface="TeXGyreHeros" panose="00000500000000000000" pitchFamily="50" charset="0"/>
                      <a:cs typeface="Times New Roman" panose="02020603050405020304" pitchFamily="18" charset="0"/>
                    </a:rPr>
                    <a:t>Peer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988F37E6-22A3-BB21-8895-FC915423FEE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17761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=2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988F37E6-22A3-BB21-8895-FC915423FEE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17761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B29522F2-701F-DB70-5B3A-4EF971908B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56303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=8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B29522F2-701F-DB70-5B3A-4EF971908B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56303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437600A9-EFD2-1382-14AB-A9904F94852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7128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=16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437600A9-EFD2-1382-14AB-A9904F948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7128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6E39C9C5-44CE-3082-DD24-DA427BFA208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696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=32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6E39C9C5-44CE-3082-DD24-DA427BFA208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696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A7339BBE-C9EB-DDC6-D3DC-208A52D777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16264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=54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A7339BBE-C9EB-DDC6-D3DC-208A52D777F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116264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836D7EA-52B8-FBE4-80C0-176EBAAA8C16}"/>
                </a:ext>
              </a:extLst>
            </p:cNvPr>
            <p:cNvGrpSpPr/>
            <p:nvPr/>
          </p:nvGrpSpPr>
          <p:grpSpPr>
            <a:xfrm>
              <a:off x="1451899" y="4815745"/>
              <a:ext cx="7615993" cy="553998"/>
              <a:chOff x="882736" y="4782172"/>
              <a:chExt cx="7615993" cy="553998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C78BEDA-D68B-604B-55EA-B23CFD736C54}"/>
                  </a:ext>
                </a:extLst>
              </p:cNvPr>
              <p:cNvSpPr txBox="1"/>
              <p:nvPr/>
            </p:nvSpPr>
            <p:spPr>
              <a:xfrm rot="16200000">
                <a:off x="4419265" y="4228597"/>
                <a:ext cx="553998" cy="1661147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Learned: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A6E2BEC-CF49-6F65-64CC-70D9AA24655D}"/>
                  </a:ext>
                </a:extLst>
              </p:cNvPr>
              <p:cNvSpPr txBox="1"/>
              <p:nvPr/>
            </p:nvSpPr>
            <p:spPr>
              <a:xfrm rot="16200000">
                <a:off x="1400456" y="4264452"/>
                <a:ext cx="553998" cy="1589438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Unlearned: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79F0EE1-E5E0-D2B6-DAFA-1571CCCAE99F}"/>
                  </a:ext>
                </a:extLst>
              </p:cNvPr>
              <p:cNvSpPr/>
              <p:nvPr/>
            </p:nvSpPr>
            <p:spPr>
              <a:xfrm>
                <a:off x="2653713" y="4870170"/>
                <a:ext cx="378594" cy="378000"/>
              </a:xfrm>
              <a:prstGeom prst="rect">
                <a:avLst/>
              </a:prstGeom>
              <a:solidFill>
                <a:srgbClr val="D2E6FF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FD8B4EF-2CDB-AD99-9BF2-3107631AB4EC}"/>
                  </a:ext>
                </a:extLst>
              </p:cNvPr>
              <p:cNvSpPr/>
              <p:nvPr/>
            </p:nvSpPr>
            <p:spPr>
              <a:xfrm>
                <a:off x="6487554" y="4870170"/>
                <a:ext cx="378594" cy="378000"/>
              </a:xfrm>
              <a:prstGeom prst="rect">
                <a:avLst/>
              </a:prstGeom>
              <a:solidFill>
                <a:srgbClr val="1F83FF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290F39-DAE9-11B8-54D5-31D9517BC51F}"/>
                  </a:ext>
                </a:extLst>
              </p:cNvPr>
              <p:cNvSpPr txBox="1"/>
              <p:nvPr/>
            </p:nvSpPr>
            <p:spPr>
              <a:xfrm rot="16200000">
                <a:off x="5790717" y="4639412"/>
                <a:ext cx="553998" cy="839518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Slow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5B858196-06FC-6811-3926-8803FB460859}"/>
                  </a:ext>
                </a:extLst>
              </p:cNvPr>
              <p:cNvSpPr/>
              <p:nvPr/>
            </p:nvSpPr>
            <p:spPr>
              <a:xfrm>
                <a:off x="8120135" y="4886362"/>
                <a:ext cx="378594" cy="378000"/>
              </a:xfrm>
              <a:prstGeom prst="rect">
                <a:avLst/>
              </a:prstGeom>
              <a:solidFill>
                <a:srgbClr val="061A33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D7D0EF9-252D-F294-8611-9FF0577211DE}"/>
                  </a:ext>
                </a:extLst>
              </p:cNvPr>
              <p:cNvSpPr txBox="1"/>
              <p:nvPr/>
            </p:nvSpPr>
            <p:spPr>
              <a:xfrm rot="16200000">
                <a:off x="7410309" y="4708516"/>
                <a:ext cx="553998" cy="701310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Fast</a:t>
                </a: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AB03727-74F2-44D4-C122-F5A9610E2C77}"/>
                </a:ext>
              </a:extLst>
            </p:cNvPr>
            <p:cNvSpPr txBox="1"/>
            <p:nvPr/>
          </p:nvSpPr>
          <p:spPr>
            <a:xfrm>
              <a:off x="919924" y="422897"/>
              <a:ext cx="85076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3200" dirty="0">
                  <a:latin typeface="TeXGyreHeros" panose="00000500000000000000" pitchFamily="50" charset="0"/>
                </a:rPr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30370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363B6AA4-EDEA-DC64-732B-140F98C016F6}"/>
              </a:ext>
            </a:extLst>
          </p:cNvPr>
          <p:cNvGrpSpPr/>
          <p:nvPr/>
        </p:nvGrpSpPr>
        <p:grpSpPr>
          <a:xfrm>
            <a:off x="3492026" y="-2738034"/>
            <a:ext cx="4846320" cy="9369264"/>
            <a:chOff x="3492026" y="-2738034"/>
            <a:chExt cx="4846320" cy="936926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B803D54-7484-545B-5A7C-CEF0A3A253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492026" y="-2738034"/>
              <a:ext cx="4846320" cy="68580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45A146-9F6A-212D-76F3-30EA1AE01FCC}"/>
                </a:ext>
              </a:extLst>
            </p:cNvPr>
            <p:cNvSpPr txBox="1"/>
            <p:nvPr/>
          </p:nvSpPr>
          <p:spPr>
            <a:xfrm>
              <a:off x="3997633" y="-1774984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b="1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b="1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b="1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7FD85D-815F-27AF-0BF1-087E0A1B2382}"/>
                </a:ext>
              </a:extLst>
            </p:cNvPr>
            <p:cNvSpPr txBox="1"/>
            <p:nvPr/>
          </p:nvSpPr>
          <p:spPr>
            <a:xfrm>
              <a:off x="4645424" y="-1275623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b="1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b="1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b="1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E31771B-A696-7B14-7B14-F61A0A335E84}"/>
                </a:ext>
              </a:extLst>
            </p:cNvPr>
            <p:cNvSpPr txBox="1"/>
            <p:nvPr/>
          </p:nvSpPr>
          <p:spPr>
            <a:xfrm>
              <a:off x="4418738" y="-583126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b="1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b="1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b="1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0211BB-3061-5DE0-8545-8AD84807A425}"/>
                </a:ext>
              </a:extLst>
            </p:cNvPr>
            <p:cNvSpPr txBox="1"/>
            <p:nvPr/>
          </p:nvSpPr>
          <p:spPr>
            <a:xfrm>
              <a:off x="4902715" y="-1760371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b="1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b="1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b="1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914BC59-956E-F4A6-A345-681F39CBA4E8}"/>
                </a:ext>
              </a:extLst>
            </p:cNvPr>
            <p:cNvSpPr txBox="1"/>
            <p:nvPr/>
          </p:nvSpPr>
          <p:spPr>
            <a:xfrm>
              <a:off x="5477271" y="-1292078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b="1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b="1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b="1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4A5875C-3363-D245-5661-74AE369DEB08}"/>
                </a:ext>
              </a:extLst>
            </p:cNvPr>
            <p:cNvSpPr txBox="1"/>
            <p:nvPr/>
          </p:nvSpPr>
          <p:spPr>
            <a:xfrm>
              <a:off x="6270405" y="-2153555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b="1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b="1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b="1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b="1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515A12-9DAE-602C-BCD8-C829B494A6BC}"/>
                </a:ext>
              </a:extLst>
            </p:cNvPr>
            <p:cNvSpPr txBox="1"/>
            <p:nvPr/>
          </p:nvSpPr>
          <p:spPr>
            <a:xfrm>
              <a:off x="4502629" y="918575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0.0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, 0.2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405A40-53CA-7DDE-2D0B-E74F656A283E}"/>
                </a:ext>
              </a:extLst>
            </p:cNvPr>
            <p:cNvSpPr txBox="1"/>
            <p:nvPr/>
          </p:nvSpPr>
          <p:spPr>
            <a:xfrm rot="18995764">
              <a:off x="5211765" y="932452"/>
              <a:ext cx="127764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B41A86-8FDC-1A44-BE87-E7CED5B4F701}"/>
                </a:ext>
              </a:extLst>
            </p:cNvPr>
            <p:cNvSpPr txBox="1"/>
            <p:nvPr/>
          </p:nvSpPr>
          <p:spPr>
            <a:xfrm>
              <a:off x="6987867" y="1150274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49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A409A66-C8CE-4DD1-B79A-EC9710BCAAAD}"/>
                </a:ext>
              </a:extLst>
            </p:cNvPr>
            <p:cNvSpPr txBox="1"/>
            <p:nvPr/>
          </p:nvSpPr>
          <p:spPr>
            <a:xfrm>
              <a:off x="4859581" y="2466489"/>
              <a:ext cx="934955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05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05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05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05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05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05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0, 0.2, 0.4, 0.45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7DB2EA4-4A55-01A1-07ED-4FDF1F648B56}"/>
                </a:ext>
              </a:extLst>
            </p:cNvPr>
            <p:cNvSpPr txBox="1"/>
            <p:nvPr/>
          </p:nvSpPr>
          <p:spPr>
            <a:xfrm>
              <a:off x="6150204" y="1873251"/>
              <a:ext cx="163884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49</a:t>
              </a: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220EDCB5-8153-4421-7D3A-7940C5FC6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498234" y="4159138"/>
              <a:ext cx="4833904" cy="2472092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D3DB877-FAD7-A77B-E911-ED68E68BF5F2}"/>
                </a:ext>
              </a:extLst>
            </p:cNvPr>
            <p:cNvSpPr txBox="1"/>
            <p:nvPr/>
          </p:nvSpPr>
          <p:spPr>
            <a:xfrm rot="19449190">
              <a:off x="5231894" y="1312481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501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00AAA89B-11A6-5624-40C9-65F374CCF7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427893" y="0"/>
            <a:ext cx="8131215" cy="6858000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326FEAB-D092-8E0D-1580-977C4D9538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14372" y="0"/>
            <a:ext cx="8137478" cy="6858000"/>
          </a:xfrm>
          <a:prstGeom prst="rect">
            <a:avLst/>
          </a:prstGeom>
        </p:spPr>
      </p:pic>
      <p:pic>
        <p:nvPicPr>
          <p:cNvPr id="7" name="Picture 6" descr="A blue and black pixelated objects&#10;&#10;AI-generated content may be incorrect.">
            <a:extLst>
              <a:ext uri="{FF2B5EF4-FFF2-40B4-BE49-F238E27FC236}">
                <a16:creationId xmlns:a16="http://schemas.microsoft.com/office/drawing/2014/main" id="{77DCD21F-943F-188F-E1E1-A5E9E0A408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962" y="0"/>
            <a:ext cx="8137966" cy="6858000"/>
          </a:xfrm>
          <a:prstGeom prst="rect">
            <a:avLst/>
          </a:prstGeom>
        </p:spPr>
      </p:pic>
      <p:pic>
        <p:nvPicPr>
          <p:cNvPr id="9" name="Picture 8" descr="A blue and black pixelated squares&#10;&#10;AI-generated content may be incorrect.">
            <a:extLst>
              <a:ext uri="{FF2B5EF4-FFF2-40B4-BE49-F238E27FC236}">
                <a16:creationId xmlns:a16="http://schemas.microsoft.com/office/drawing/2014/main" id="{10EF06D7-75A5-75A2-905D-9C471304AB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1218" y="0"/>
            <a:ext cx="8147044" cy="6858000"/>
          </a:xfrm>
          <a:prstGeom prst="rect">
            <a:avLst/>
          </a:prstGeom>
        </p:spPr>
      </p:pic>
      <p:pic>
        <p:nvPicPr>
          <p:cNvPr id="11" name="Picture 10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07898BE4-F4D8-030E-B637-98BA161A61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723"/>
          <a:stretch/>
        </p:blipFill>
        <p:spPr>
          <a:xfrm>
            <a:off x="16236756" y="0"/>
            <a:ext cx="69096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6134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squares&#10;&#10;AI-generated content may be incorrect.">
            <a:extLst>
              <a:ext uri="{FF2B5EF4-FFF2-40B4-BE49-F238E27FC236}">
                <a16:creationId xmlns:a16="http://schemas.microsoft.com/office/drawing/2014/main" id="{767D86C5-C725-BF99-E573-CCBD67AB9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061493" y="0"/>
            <a:ext cx="8270154" cy="6858000"/>
          </a:xfrm>
          <a:prstGeom prst="rect">
            <a:avLst/>
          </a:prstGeom>
        </p:spPr>
      </p:pic>
      <p:pic>
        <p:nvPicPr>
          <p:cNvPr id="7" name="Picture 6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124C3601-868C-1684-A715-058D42BCEE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65837" y="0"/>
            <a:ext cx="8255671" cy="6858000"/>
          </a:xfrm>
          <a:prstGeom prst="rect">
            <a:avLst/>
          </a:prstGeom>
        </p:spPr>
      </p:pic>
      <p:pic>
        <p:nvPicPr>
          <p:cNvPr id="9" name="Picture 8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21DAE51F-D512-2F5B-BFBB-37DCD0619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496" y="0"/>
            <a:ext cx="8169838" cy="6858000"/>
          </a:xfrm>
          <a:prstGeom prst="rect">
            <a:avLst/>
          </a:prstGeom>
        </p:spPr>
      </p:pic>
      <p:pic>
        <p:nvPicPr>
          <p:cNvPr id="11" name="Picture 10" descr="A blue and white pixelated pattern&#10;&#10;AI-generated content may be incorrect.">
            <a:extLst>
              <a:ext uri="{FF2B5EF4-FFF2-40B4-BE49-F238E27FC236}">
                <a16:creationId xmlns:a16="http://schemas.microsoft.com/office/drawing/2014/main" id="{D923B1C3-1A21-5240-43B0-D002AA73E0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1952" y="0"/>
            <a:ext cx="8200416" cy="6858000"/>
          </a:xfrm>
          <a:prstGeom prst="rect">
            <a:avLst/>
          </a:prstGeom>
        </p:spPr>
      </p:pic>
      <p:pic>
        <p:nvPicPr>
          <p:cNvPr id="3" name="Picture 2" descr="A blue and white pixelated pattern&#10;&#10;AI-generated content may be incorrect.">
            <a:extLst>
              <a:ext uri="{FF2B5EF4-FFF2-40B4-BE49-F238E27FC236}">
                <a16:creationId xmlns:a16="http://schemas.microsoft.com/office/drawing/2014/main" id="{08D66352-73E0-171E-EB18-79016ABF25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097"/>
          <a:stretch/>
        </p:blipFill>
        <p:spPr>
          <a:xfrm>
            <a:off x="16182452" y="0"/>
            <a:ext cx="69302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169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function&#10;&#10;AI-generated content may be incorrect.">
            <a:extLst>
              <a:ext uri="{FF2B5EF4-FFF2-40B4-BE49-F238E27FC236}">
                <a16:creationId xmlns:a16="http://schemas.microsoft.com/office/drawing/2014/main" id="{3EB96184-5CF1-FFE1-A573-20209DA1E7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671A7D0-84CA-380F-2ACA-03C28C22233B}"/>
                  </a:ext>
                </a:extLst>
              </p:cNvPr>
              <p:cNvSpPr txBox="1"/>
              <p:nvPr/>
            </p:nvSpPr>
            <p:spPr>
              <a:xfrm>
                <a:off x="2301300" y="1493951"/>
                <a:ext cx="38811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=0.548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+0.452</m:t>
                    </m:r>
                  </m:oMath>
                </a14:m>
                <a:r>
                  <a:rPr lang="en-PH" sz="2400" dirty="0">
                    <a:solidFill>
                      <a:srgbClr val="0173B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671A7D0-84CA-380F-2ACA-03C28C2223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1300" y="1493951"/>
                <a:ext cx="3881120" cy="830997"/>
              </a:xfrm>
              <a:prstGeom prst="rect">
                <a:avLst/>
              </a:prstGeom>
              <a:blipFill>
                <a:blip r:embed="rId3"/>
                <a:stretch>
                  <a:fillRect l="-2516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82797F-CC1F-0337-D48C-4C6282A6386C}"/>
                  </a:ext>
                </a:extLst>
              </p:cNvPr>
              <p:cNvSpPr txBox="1"/>
              <p:nvPr/>
            </p:nvSpPr>
            <p:spPr>
              <a:xfrm>
                <a:off x="3726365" y="4892084"/>
                <a:ext cx="5675214" cy="8371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Peer (inner corner):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=−0.605 </m:t>
                    </m:r>
                    <m:sSubSup>
                      <m:sSubSup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+1.595 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+0.019</m:t>
                    </m:r>
                  </m:oMath>
                </a14:m>
                <a:r>
                  <a:rPr lang="en-PH" sz="2400" dirty="0">
                    <a:solidFill>
                      <a:srgbClr val="DE8F05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82797F-CC1F-0337-D48C-4C6282A63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6365" y="4892084"/>
                <a:ext cx="5675214" cy="837152"/>
              </a:xfrm>
              <a:prstGeom prst="rect">
                <a:avLst/>
              </a:prstGeom>
              <a:blipFill>
                <a:blip r:embed="rId4"/>
                <a:stretch>
                  <a:fillRect l="-1611" t="-5839" b="-948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602AEA-2417-AF32-7807-AFC5570E42B7}"/>
                  </a:ext>
                </a:extLst>
              </p:cNvPr>
              <p:cNvSpPr txBox="1"/>
              <p:nvPr/>
            </p:nvSpPr>
            <p:spPr>
              <a:xfrm>
                <a:off x="3726365" y="512055"/>
                <a:ext cx="373495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29E7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Theoretical (Nitta):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2400" dirty="0">
                    <a:solidFill>
                      <a:srgbClr val="029E73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602AEA-2417-AF32-7807-AFC5570E4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6365" y="512055"/>
                <a:ext cx="3734957" cy="830997"/>
              </a:xfrm>
              <a:prstGeom prst="rect">
                <a:avLst/>
              </a:prstGeom>
              <a:blipFill>
                <a:blip r:embed="rId5"/>
                <a:stretch>
                  <a:fillRect l="-2447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53161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237003-AA75-40FA-4C42-7A063C162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function&#10;&#10;AI-generated content may be incorrect.">
            <a:extLst>
              <a:ext uri="{FF2B5EF4-FFF2-40B4-BE49-F238E27FC236}">
                <a16:creationId xmlns:a16="http://schemas.microsoft.com/office/drawing/2014/main" id="{74FACDCB-CB4F-5FEB-7CED-07F7C20AB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00141" cy="68580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CEFC8CD8-259A-1EEF-FF87-7C7AAA0B4ED1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2A7A171-83F8-0605-B9F5-20A8EF57970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10762305-C3D9-D964-6EEB-9364C29BE0EF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=0.548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+0.452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10762305-C3D9-D964-6EEB-9364C29BE0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7000A4A8-087F-200B-3528-D4B78AC7C568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=−0.605 </m:t>
                        </m:r>
                        <m:sSubSup>
                          <m:sSubSup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+1.595 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+0.019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7000A4A8-087F-200B-3528-D4B78AC7C5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C278991-AAD9-F49E-BE8A-FAA1633DD410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C278991-AAD9-F49E-BE8A-FAA1633DD4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B39268F-A8C2-29F3-69FE-F6F71055B6A1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AC88CC-512A-C732-492A-9B7EF78A9CFC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47965C0-4553-1A72-A526-A09CF9A12CF2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067D4C9-B2B1-B37F-AD2F-7CE43FDB91F9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4" name="Diamond 13">
              <a:extLst>
                <a:ext uri="{FF2B5EF4-FFF2-40B4-BE49-F238E27FC236}">
                  <a16:creationId xmlns:a16="http://schemas.microsoft.com/office/drawing/2014/main" id="{922B0F1B-DD22-0609-5643-104DD2CF07CB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</p:spTree>
    <p:extLst>
      <p:ext uri="{BB962C8B-B14F-4D97-AF65-F5344CB8AC3E}">
        <p14:creationId xmlns:p14="http://schemas.microsoft.com/office/powerpoint/2010/main" val="3184093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4EA3B1-4FC6-5D7F-3BE2-4FE35CB23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B08412-84C8-D2D2-5544-C8905D224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2953"/>
            <a:ext cx="9700141" cy="6857999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595AF97-E16A-2461-7AD4-55E360E1D67A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D328908-B78C-CE90-6DA4-EF9B703B87C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FF778D2-BC3A-09F1-F61C-74A4FE09E604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=0.548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+0.452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FF778D2-BC3A-09F1-F61C-74A4FE09E6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F996B4C-9B7F-FE62-AE2D-7F25ECB6EBAB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=−0.605 </m:t>
                        </m:r>
                        <m:sSubSup>
                          <m:sSubSup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+1.595 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+0.019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F996B4C-9B7F-FE62-AE2D-7F25ECB6EB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3CCCFC99-EBB6-DA34-1F73-8B9B275032A5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3CCCFC99-EBB6-DA34-1F73-8B9B27503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528B8AF-4F60-8E53-EB5C-2901139AC1E0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C20B1DE-D93C-FBE6-C50B-2195FB8EDFA1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97522B2-EF92-F797-7AD2-21526C568C05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E7DB26D-9935-9B38-2FCF-CA5421B26339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4" name="Diamond 13">
              <a:extLst>
                <a:ext uri="{FF2B5EF4-FFF2-40B4-BE49-F238E27FC236}">
                  <a16:creationId xmlns:a16="http://schemas.microsoft.com/office/drawing/2014/main" id="{34EA5BBD-6116-C70B-6267-81F74336307E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3049F7B-D543-3C7D-49B8-3D9F369E957A}"/>
              </a:ext>
            </a:extLst>
          </p:cNvPr>
          <p:cNvSpPr txBox="1"/>
          <p:nvPr/>
        </p:nvSpPr>
        <p:spPr>
          <a:xfrm>
            <a:off x="6096000" y="4656922"/>
            <a:ext cx="838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CC78B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B49192-8595-C263-27A3-6BAC7C2324E4}"/>
              </a:ext>
            </a:extLst>
          </p:cNvPr>
          <p:cNvSpPr txBox="1"/>
          <p:nvPr/>
        </p:nvSpPr>
        <p:spPr>
          <a:xfrm>
            <a:off x="1322614" y="2573800"/>
            <a:ext cx="849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0D9399-6B53-98E9-9647-31925526071F}"/>
              </a:ext>
            </a:extLst>
          </p:cNvPr>
          <p:cNvSpPr txBox="1"/>
          <p:nvPr/>
        </p:nvSpPr>
        <p:spPr>
          <a:xfrm>
            <a:off x="1045029" y="4254400"/>
            <a:ext cx="11266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 (IC)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1166B0-0FAB-3821-8FE1-BA919FA5F9BA}"/>
              </a:ext>
            </a:extLst>
          </p:cNvPr>
          <p:cNvSpPr txBox="1"/>
          <p:nvPr/>
        </p:nvSpPr>
        <p:spPr>
          <a:xfrm>
            <a:off x="5279571" y="930931"/>
            <a:ext cx="1235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029E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NM</a:t>
            </a:r>
          </a:p>
        </p:txBody>
      </p:sp>
    </p:spTree>
    <p:extLst>
      <p:ext uri="{BB962C8B-B14F-4D97-AF65-F5344CB8AC3E}">
        <p14:creationId xmlns:p14="http://schemas.microsoft.com/office/powerpoint/2010/main" val="17613807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D3DAA0C-881F-9245-23E3-F59B9AAAE5A4}"/>
              </a:ext>
            </a:extLst>
          </p:cNvPr>
          <p:cNvGrpSpPr/>
          <p:nvPr/>
        </p:nvGrpSpPr>
        <p:grpSpPr>
          <a:xfrm>
            <a:off x="0" y="-3059837"/>
            <a:ext cx="9700141" cy="6857999"/>
            <a:chOff x="0" y="0"/>
            <a:chExt cx="9700141" cy="685799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E347C98-51B1-D43A-81DD-F67941273D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0" y="0"/>
              <a:ext cx="9700141" cy="6857999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3BC524-4D10-A6D2-C85F-52CC67B5D4B5}"/>
                </a:ext>
              </a:extLst>
            </p:cNvPr>
            <p:cNvSpPr txBox="1"/>
            <p:nvPr/>
          </p:nvSpPr>
          <p:spPr>
            <a:xfrm>
              <a:off x="6096000" y="4656922"/>
              <a:ext cx="8382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2800" b="1" dirty="0">
                  <a:solidFill>
                    <a:srgbClr val="CC78BC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Exp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4357820-3A7B-B7D1-0A9D-3089555AD49D}"/>
                </a:ext>
              </a:extLst>
            </p:cNvPr>
            <p:cNvSpPr txBox="1"/>
            <p:nvPr/>
          </p:nvSpPr>
          <p:spPr>
            <a:xfrm>
              <a:off x="747713" y="5000977"/>
              <a:ext cx="849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TI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7E2936A-815B-1488-3948-873C6E8663F3}"/>
                </a:ext>
              </a:extLst>
            </p:cNvPr>
            <p:cNvSpPr txBox="1"/>
            <p:nvPr/>
          </p:nvSpPr>
          <p:spPr>
            <a:xfrm>
              <a:off x="4373335" y="3568703"/>
              <a:ext cx="112667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28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PI (IC)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02955B-8484-28C3-82EC-B23D6A1651D3}"/>
                </a:ext>
              </a:extLst>
            </p:cNvPr>
            <p:cNvSpPr txBox="1"/>
            <p:nvPr/>
          </p:nvSpPr>
          <p:spPr>
            <a:xfrm>
              <a:off x="5279571" y="930931"/>
              <a:ext cx="123552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2800" dirty="0">
                  <a:solidFill>
                    <a:srgbClr val="029E7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NM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5A1BA88-9BC1-8F41-A1DE-2A416A05ACC9}"/>
              </a:ext>
            </a:extLst>
          </p:cNvPr>
          <p:cNvSpPr txBox="1"/>
          <p:nvPr/>
        </p:nvSpPr>
        <p:spPr>
          <a:xfrm>
            <a:off x="1856151" y="-3446339"/>
            <a:ext cx="1235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PH" sz="2800" b="1" dirty="0">
              <a:solidFill>
                <a:srgbClr val="029E73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72A1775-27C8-0471-AC3A-CE81CD4A3403}"/>
              </a:ext>
            </a:extLst>
          </p:cNvPr>
          <p:cNvGrpSpPr/>
          <p:nvPr/>
        </p:nvGrpSpPr>
        <p:grpSpPr>
          <a:xfrm>
            <a:off x="0" y="3343798"/>
            <a:ext cx="9700141" cy="6857999"/>
            <a:chOff x="174609" y="4476047"/>
            <a:chExt cx="9700141" cy="685799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2A6F1FE-9B87-BF6F-7D42-538D04720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4609" y="4476047"/>
              <a:ext cx="9700141" cy="685799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FE031DE-04EE-CC55-E7EB-60393BFF2A19}"/>
                </a:ext>
              </a:extLst>
            </p:cNvPr>
            <p:cNvSpPr txBox="1"/>
            <p:nvPr/>
          </p:nvSpPr>
          <p:spPr>
            <a:xfrm>
              <a:off x="6270609" y="9145922"/>
              <a:ext cx="8382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2800" b="1" dirty="0">
                  <a:solidFill>
                    <a:srgbClr val="CC78BC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Exp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E82F963-CE38-F824-155B-67EF0BB19D5C}"/>
                </a:ext>
              </a:extLst>
            </p:cNvPr>
            <p:cNvSpPr txBox="1"/>
            <p:nvPr/>
          </p:nvSpPr>
          <p:spPr>
            <a:xfrm>
              <a:off x="1497223" y="7062800"/>
              <a:ext cx="849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28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TI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B87EFF6-5930-8208-2205-E5E96165EB96}"/>
                </a:ext>
              </a:extLst>
            </p:cNvPr>
            <p:cNvSpPr txBox="1"/>
            <p:nvPr/>
          </p:nvSpPr>
          <p:spPr>
            <a:xfrm>
              <a:off x="1219638" y="8743400"/>
              <a:ext cx="112667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28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PI (IC)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B770613-0093-88FB-32A6-EA77DFC5ADA1}"/>
                </a:ext>
              </a:extLst>
            </p:cNvPr>
            <p:cNvSpPr txBox="1"/>
            <p:nvPr/>
          </p:nvSpPr>
          <p:spPr>
            <a:xfrm>
              <a:off x="5454180" y="5419931"/>
              <a:ext cx="123552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2800" b="1" dirty="0">
                  <a:solidFill>
                    <a:srgbClr val="029E7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NM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4D5C3C-862B-8181-1232-23042471A849}"/>
                  </a:ext>
                </a:extLst>
              </p:cNvPr>
              <p:cNvSpPr txBox="1"/>
              <p:nvPr/>
            </p:nvSpPr>
            <p:spPr>
              <a:xfrm>
                <a:off x="1045029" y="-2727307"/>
                <a:ext cx="621250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800" dirty="0">
                    <a:solidFill>
                      <a:schemeClr val="tx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(a)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</m:t>
                    </m:r>
                    <m:r>
                      <a:rPr lang="en-PH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=128,  </m:t>
                    </m:r>
                    <m:sSub>
                      <m:sSubPr>
                        <m:ctrlPr>
                          <a:rPr lang="en-PH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PH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=0.1,  </m:t>
                    </m:r>
                    <m:r>
                      <a:rPr lang="en-PH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𝛿𝜆</m:t>
                    </m:r>
                    <m:r>
                      <a:rPr lang="en-PH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=0.5±0.4</m:t>
                    </m:r>
                  </m:oMath>
                </a14:m>
                <a:endParaRPr lang="en-PH" sz="28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4D5C3C-862B-8181-1232-23042471A8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029" y="-2727307"/>
                <a:ext cx="6212505" cy="523220"/>
              </a:xfrm>
              <a:prstGeom prst="rect">
                <a:avLst/>
              </a:prstGeom>
              <a:blipFill>
                <a:blip r:embed="rId4"/>
                <a:stretch>
                  <a:fillRect l="-1961" t="-11765" b="-34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E9E6D29-9C02-A0A1-4875-D9AEC0E2761A}"/>
                  </a:ext>
                </a:extLst>
              </p:cNvPr>
              <p:cNvSpPr txBox="1"/>
              <p:nvPr/>
            </p:nvSpPr>
            <p:spPr>
              <a:xfrm>
                <a:off x="1045029" y="3750088"/>
                <a:ext cx="621250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800" dirty="0">
                    <a:solidFill>
                      <a:schemeClr val="tx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(b)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𝐿</m:t>
                    </m:r>
                    <m:r>
                      <a:rPr lang="en-PH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=32,  </m:t>
                    </m:r>
                    <m:sSub>
                      <m:sSubPr>
                        <m:ctrlPr>
                          <a:rPr lang="en-PH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PH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=0.9,  </m:t>
                    </m:r>
                    <m:r>
                      <a:rPr lang="en-PH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𝜆</m:t>
                    </m:r>
                    <m:r>
                      <a:rPr lang="en-PH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=0.5±0</m:t>
                    </m:r>
                  </m:oMath>
                </a14:m>
                <a:endParaRPr lang="en-PH" sz="28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E9E6D29-9C02-A0A1-4875-D9AEC0E27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029" y="3750088"/>
                <a:ext cx="6212505" cy="523220"/>
              </a:xfrm>
              <a:prstGeom prst="rect">
                <a:avLst/>
              </a:prstGeom>
              <a:blipFill>
                <a:blip r:embed="rId5"/>
                <a:stretch>
                  <a:fillRect l="-1961" t="-10465" b="-3255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82204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FE496AB-2459-A966-5B76-6E68622E83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FD73D-2905-32B5-7D61-BC6C0967C8DE}"/>
                  </a:ext>
                </a:extLst>
              </p:cNvPr>
              <p:cNvSpPr txBox="1"/>
              <p:nvPr/>
            </p:nvSpPr>
            <p:spPr>
              <a:xfrm>
                <a:off x="3987547" y="4875727"/>
                <a:ext cx="3224622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=0.97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+0.029</m:t>
                    </m:r>
                  </m:oMath>
                </a14:m>
                <a:r>
                  <a:rPr lang="en-PH" sz="2400" dirty="0">
                    <a:solidFill>
                      <a:srgbClr val="0173B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FD73D-2905-32B5-7D61-BC6C0967C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547" y="4875727"/>
                <a:ext cx="3224622" cy="830997"/>
              </a:xfrm>
              <a:prstGeom prst="rect">
                <a:avLst/>
              </a:prstGeom>
              <a:blipFill>
                <a:blip r:embed="rId3"/>
                <a:stretch>
                  <a:fillRect l="-2836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181D15-C6CD-D2CD-9819-A22DF363522D}"/>
                  </a:ext>
                </a:extLst>
              </p:cNvPr>
              <p:cNvSpPr txBox="1"/>
              <p:nvPr/>
            </p:nvSpPr>
            <p:spPr>
              <a:xfrm>
                <a:off x="5719482" y="3812525"/>
                <a:ext cx="4950962" cy="837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Peer (inner corner):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=−0.033 </m:t>
                      </m:r>
                      <m:sSubSup>
                        <m:sSubSup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+1.033 </m:t>
                      </m:r>
                      <m:sSub>
                        <m:sSub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+0.0</m:t>
                      </m:r>
                    </m:oMath>
                  </m:oMathPara>
                </a14:m>
                <a:endParaRPr lang="en-PH" sz="2400" dirty="0">
                  <a:solidFill>
                    <a:srgbClr val="DE8F05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181D15-C6CD-D2CD-9819-A22DF3635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482" y="3812525"/>
                <a:ext cx="4950962" cy="837152"/>
              </a:xfrm>
              <a:prstGeom prst="rect">
                <a:avLst/>
              </a:prstGeom>
              <a:blipFill>
                <a:blip r:embed="rId4"/>
                <a:stretch>
                  <a:fillRect l="-1847" t="-5797" b="-869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88C21F-7543-5E39-0C1F-EFCA0BE32916}"/>
                  </a:ext>
                </a:extLst>
              </p:cNvPr>
              <p:cNvSpPr txBox="1"/>
              <p:nvPr/>
            </p:nvSpPr>
            <p:spPr>
              <a:xfrm>
                <a:off x="2953555" y="799393"/>
                <a:ext cx="3594759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29E7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Theoretical (Nitta):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2400" dirty="0">
                    <a:solidFill>
                      <a:srgbClr val="029E73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88C21F-7543-5E39-0C1F-EFCA0BE329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3555" y="799393"/>
                <a:ext cx="3594759" cy="830997"/>
              </a:xfrm>
              <a:prstGeom prst="rect">
                <a:avLst/>
              </a:prstGeom>
              <a:blipFill>
                <a:blip r:embed="rId5"/>
                <a:stretch>
                  <a:fillRect l="-2716" t="-5882" r="-340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99307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CC79F-FF56-2EBD-2C1D-E9544378F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CBB63B1-ABB0-4BBE-2CC1-D7DE090DE8A0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6DE0932-C07E-0DE2-6FFC-09102830E9B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34B9B8B-C34E-6BE9-BF53-388302FF4B18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=0.97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+0.029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34B9B8B-C34E-6BE9-BF53-388302FF4B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A1BE61FA-7266-2EEF-FDFE-FB317F631208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=−0.033 </m:t>
                        </m:r>
                        <m:sSubSup>
                          <m:sSubSup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+1.033 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A1BE61FA-7266-2EEF-FDFE-FB317F6312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BEEC063F-6BE3-F169-38E8-5C951E9902AB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BEEC063F-6BE3-F169-38E8-5C951E9902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6FDC615-8631-55D7-FECB-FCD28F8238B0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B9357F6-8D04-4E55-2316-892178EE592D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87E712D-8CBD-E71D-9515-FDE7D08DDC1A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87BF5A7-BE23-EAF6-65A5-FE246F91605E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1" name="Diamond 10">
              <a:extLst>
                <a:ext uri="{FF2B5EF4-FFF2-40B4-BE49-F238E27FC236}">
                  <a16:creationId xmlns:a16="http://schemas.microsoft.com/office/drawing/2014/main" id="{C2F87145-D6FE-B86B-61C4-83970917F762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pic>
        <p:nvPicPr>
          <p:cNvPr id="17" name="Picture 16" descr="A graph of a function&#10;&#10;AI-generated content may be incorrect.">
            <a:extLst>
              <a:ext uri="{FF2B5EF4-FFF2-40B4-BE49-F238E27FC236}">
                <a16:creationId xmlns:a16="http://schemas.microsoft.com/office/drawing/2014/main" id="{8483EC57-70DD-A281-0664-41C322F7D4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001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6325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88776-F006-0BFB-911A-237E71F4D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E886D2-5819-3B9B-C122-59E17FF3EA66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6D8932D-6D62-D6A8-405B-E318DEBDD08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3A10500-BCFA-1894-7459-1A39673CB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=0.97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+0.029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3A10500-BCFA-1894-7459-1A39673CB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6D5858DF-E6F7-8424-71C4-1B94D8733BD5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=−0.033 </m:t>
                        </m:r>
                        <m:sSubSup>
                          <m:sSubSup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+1.033 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6D5858DF-E6F7-8424-71C4-1B94D8733B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E089D05-2278-C095-6FC2-CF03AF3F0DFD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E089D05-2278-C095-6FC2-CF03AF3F0D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847A66-50FB-E181-1953-A893FFD283B3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2B5D85E-42A8-EC7F-328E-4B3090FA1278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95CB675-10D4-9CA8-7E95-E1B39BDD7705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AFDF803-0374-D061-12B4-8CE025ECD24B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1" name="Diamond 10">
              <a:extLst>
                <a:ext uri="{FF2B5EF4-FFF2-40B4-BE49-F238E27FC236}">
                  <a16:creationId xmlns:a16="http://schemas.microsoft.com/office/drawing/2014/main" id="{4CF99E03-0D72-C0E5-4CCB-34ED1FE5A8D0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E0F82-CFF9-9C18-945E-B8D633414DD0}"/>
              </a:ext>
            </a:extLst>
          </p:cNvPr>
          <p:cNvGrpSpPr/>
          <p:nvPr/>
        </p:nvGrpSpPr>
        <p:grpSpPr>
          <a:xfrm>
            <a:off x="0" y="0"/>
            <a:ext cx="9700141" cy="6857999"/>
            <a:chOff x="0" y="0"/>
            <a:chExt cx="9700141" cy="6857999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2299D9EF-A43C-AD03-9501-82D2BA45C3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0" y="0"/>
              <a:ext cx="9700141" cy="685799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07A1F6C-48F8-7E81-B38C-F01BBA1DA90F}"/>
                </a:ext>
              </a:extLst>
            </p:cNvPr>
            <p:cNvSpPr txBox="1"/>
            <p:nvPr/>
          </p:nvSpPr>
          <p:spPr>
            <a:xfrm>
              <a:off x="6096000" y="4656922"/>
              <a:ext cx="8382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2800" b="1" dirty="0">
                  <a:solidFill>
                    <a:srgbClr val="CC78BC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Exp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87B6A5B-D018-2BC8-8CA0-5DD5E2816DAC}"/>
                </a:ext>
              </a:extLst>
            </p:cNvPr>
            <p:cNvSpPr txBox="1"/>
            <p:nvPr/>
          </p:nvSpPr>
          <p:spPr>
            <a:xfrm>
              <a:off x="747713" y="5000977"/>
              <a:ext cx="8490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b="1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TI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2ED38D2-0AE3-4266-448B-D9E44B4522FC}"/>
                </a:ext>
              </a:extLst>
            </p:cNvPr>
            <p:cNvSpPr txBox="1"/>
            <p:nvPr/>
          </p:nvSpPr>
          <p:spPr>
            <a:xfrm>
              <a:off x="4373335" y="3568703"/>
              <a:ext cx="112667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2800" b="1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PI (IC)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8BD2F6-C1A7-E59F-C3E8-3F7CC7B60FFD}"/>
                </a:ext>
              </a:extLst>
            </p:cNvPr>
            <p:cNvSpPr txBox="1"/>
            <p:nvPr/>
          </p:nvSpPr>
          <p:spPr>
            <a:xfrm>
              <a:off x="5279571" y="930931"/>
              <a:ext cx="123552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2800" b="1" dirty="0">
                  <a:solidFill>
                    <a:srgbClr val="029E7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688339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 with numbers&#10;&#10;AI-generated content may be incorrect.">
            <a:extLst>
              <a:ext uri="{FF2B5EF4-FFF2-40B4-BE49-F238E27FC236}">
                <a16:creationId xmlns:a16="http://schemas.microsoft.com/office/drawing/2014/main" id="{08719BB6-3D08-8D7C-890B-CA68FDB6C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322" y="1874468"/>
            <a:ext cx="8572500" cy="6858000"/>
          </a:xfrm>
          <a:prstGeom prst="rect">
            <a:avLst/>
          </a:prstGeom>
        </p:spPr>
      </p:pic>
      <p:pic>
        <p:nvPicPr>
          <p:cNvPr id="5" name="Picture 4" descr="A graph of a graph with numbers&#10;&#10;AI-generated content may be incorrect.">
            <a:extLst>
              <a:ext uri="{FF2B5EF4-FFF2-40B4-BE49-F238E27FC236}">
                <a16:creationId xmlns:a16="http://schemas.microsoft.com/office/drawing/2014/main" id="{AF1E56AC-6761-E352-8F85-A558B42C68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322" y="-4271150"/>
            <a:ext cx="85725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A424D0-5871-BBCF-A6A1-BE1C6718EACA}"/>
              </a:ext>
            </a:extLst>
          </p:cNvPr>
          <p:cNvSpPr txBox="1"/>
          <p:nvPr/>
        </p:nvSpPr>
        <p:spPr>
          <a:xfrm>
            <a:off x="2232836" y="-3732028"/>
            <a:ext cx="20733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200" dirty="0">
                <a:latin typeface="TeXGyreHeros" panose="00000500000000000000" pitchFamily="50" charset="0"/>
              </a:rPr>
              <a:t>(a) L = 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D561DB-4E19-019A-6ADB-B6E10E62447B}"/>
              </a:ext>
            </a:extLst>
          </p:cNvPr>
          <p:cNvSpPr txBox="1"/>
          <p:nvPr/>
        </p:nvSpPr>
        <p:spPr>
          <a:xfrm>
            <a:off x="2232836" y="2586850"/>
            <a:ext cx="2636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200" dirty="0">
                <a:latin typeface="TeXGyreHeros" panose="00000500000000000000" pitchFamily="50" charset="0"/>
              </a:rPr>
              <a:t>(b) L = 128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CCAE341-351E-F42C-E3C7-D973145370C6}"/>
              </a:ext>
            </a:extLst>
          </p:cNvPr>
          <p:cNvGrpSpPr/>
          <p:nvPr/>
        </p:nvGrpSpPr>
        <p:grpSpPr>
          <a:xfrm>
            <a:off x="6390814" y="-2405644"/>
            <a:ext cx="2339557" cy="1075065"/>
            <a:chOff x="6650718" y="-2023962"/>
            <a:chExt cx="1607481" cy="73866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23DD6F2-1D12-09A9-977E-67C2D92A5FA8}"/>
                </a:ext>
              </a:extLst>
            </p:cNvPr>
            <p:cNvSpPr/>
            <p:nvPr/>
          </p:nvSpPr>
          <p:spPr>
            <a:xfrm>
              <a:off x="6650718" y="-1974296"/>
              <a:ext cx="270000" cy="270000"/>
            </a:xfrm>
            <a:prstGeom prst="rect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53C5F28-4F8E-D47B-E537-C7BA83FA37B4}"/>
                </a:ext>
              </a:extLst>
            </p:cNvPr>
            <p:cNvSpPr txBox="1"/>
            <p:nvPr/>
          </p:nvSpPr>
          <p:spPr>
            <a:xfrm>
              <a:off x="6920718" y="-2023962"/>
              <a:ext cx="1337481" cy="31720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PH" sz="2400" b="1" dirty="0">
                  <a:solidFill>
                    <a:srgbClr val="0173B2"/>
                  </a:solidFill>
                  <a:latin typeface="TeXGyreHeros" panose="00000500000000000000" pitchFamily="50" charset="0"/>
                </a:rPr>
                <a:t>Traditional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9C1F0D6-78CB-05CC-3D7B-D5957278B51F}"/>
                </a:ext>
              </a:extLst>
            </p:cNvPr>
            <p:cNvSpPr/>
            <p:nvPr/>
          </p:nvSpPr>
          <p:spPr>
            <a:xfrm>
              <a:off x="6650718" y="-1555298"/>
              <a:ext cx="270000" cy="270000"/>
            </a:xfrm>
            <a:prstGeom prst="rect">
              <a:avLst/>
            </a:prstGeom>
            <a:solidFill>
              <a:srgbClr val="DE8F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E5D8A9C-1214-89FE-1EAF-93528946E540}"/>
                </a:ext>
              </a:extLst>
            </p:cNvPr>
            <p:cNvSpPr txBox="1"/>
            <p:nvPr/>
          </p:nvSpPr>
          <p:spPr>
            <a:xfrm>
              <a:off x="6920718" y="-1604964"/>
              <a:ext cx="1337481" cy="31720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PH" sz="2400" b="1" dirty="0">
                  <a:solidFill>
                    <a:srgbClr val="DE8F05"/>
                  </a:solidFill>
                  <a:latin typeface="TeXGyreHeros" panose="00000500000000000000" pitchFamily="50" charset="0"/>
                </a:rPr>
                <a:t>Peer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249200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16130</TotalTime>
  <Words>1106</Words>
  <Application>Microsoft Office PowerPoint</Application>
  <PresentationFormat>Widescreen</PresentationFormat>
  <Paragraphs>269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Cambria Math</vt:lpstr>
      <vt:lpstr>TeXGyreHeros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Ioakim Sy</dc:creator>
  <cp:lastModifiedBy>Ioakim Sy</cp:lastModifiedBy>
  <cp:revision>25</cp:revision>
  <dcterms:created xsi:type="dcterms:W3CDTF">2024-05-14T05:57:58Z</dcterms:created>
  <dcterms:modified xsi:type="dcterms:W3CDTF">2025-08-31T12:20:47Z</dcterms:modified>
</cp:coreProperties>
</file>